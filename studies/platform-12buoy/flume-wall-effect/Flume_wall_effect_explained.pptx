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PLAIN-ENGLISH SUMMARY</a:t>
            </a:r>
          </a:p>
          <a:p>
            <a:pPr>
              <a:spcBef>
                <a:spcPts val="600"/>
              </a:spcBef>
            </a:pPr>
            <a:r>
              <a:rPr sz="4200" b="1">
                <a:solidFill>
                  <a:srgbClr val="25323A"/>
                </a:solidFill>
                <a:latin typeface="Segoe UI"/>
              </a:rPr>
              <a:t>Will the flume walls spoil
our platform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Short answer: no. The 2.5 m, 12-buoy platform is fine in the OSU wave flume.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Here is the concern, how we checked it, and what we found — in simple terms.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concern a reviewer raised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91640"/>
            <a:ext cx="4041669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9202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We want to test a floating platform — 12 buoys on a 2.5 m frame — in OSU's wave flume (a long tank,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3.66 m wide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).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platform nearly fills the width. A reviewer worried:</a:t>
            </a:r>
          </a:p>
          <a:p>
            <a:pPr lvl="1">
              <a:spcBef>
                <a:spcPts val="200"/>
              </a:spcBef>
              <a:spcAft>
                <a:spcPts val="14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0" i="1">
                <a:solidFill>
                  <a:srgbClr val="0A5560"/>
                </a:solidFill>
                <a:latin typeface="Segoe UI"/>
              </a:rPr>
              <a:t>“the platform makes waves, they bounce off the side walls, come back, and corrupt the measured data.”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Fair question. So we tested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WHY IT'S 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key idea — our platform barely makes waves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“Wall reflections” only matter if the platform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makes strong waves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to reflect.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Ours doesn't. It's a sparse cluster of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thin floats with drag plates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a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poor wavemaker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When it bobs, almost all its energy goes into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water friction (drag)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not into radiated waves.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No waves out →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nothing to bounce off the walls and come back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 That's the whole 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8932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2589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5323A"/>
                </a:solidFill>
                <a:latin typeface="Segoe UI"/>
              </a:rPr>
              <a:t>In numbers: only about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3–4% 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of the bobbing energy leaves as waves — the rest is friction. So even perfect wall reflections could barely touch the result.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How we checked it — three ways, each more thorough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1.  Pen-and-paper physics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where reflections could build up, and by how much.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2.  A computer flow-simulation of one buoy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with and without the walls.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3.  A full simulation of the whole 17-piece platform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inside the flume — every buoy, every joint, the real drag — walls in vs walls out.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All three had to agree before we trusted the answer.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They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is the “17-piece” platform?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platform is not one solid raft — it's an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articulated (jointed) structure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: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12 buoys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floats (spar + drag plate)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4 cluster hubs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each holds 3 buoys on gimbal pins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1 central deck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4 arms connect to it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12 + 4 + 1 =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17 pieces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 The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gimbal pins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let each buoy tilt on its own — that's why we model all 17, not one rigid block.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1 — the up-and-down bobbing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We push the platform down and let it bob back (a “free-decay” test).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With the walls in vs out, the bobbing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speed changes by less than 0.5%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…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… and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how fast it settles doesn't change at all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(the friction is unchanged by the walls).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buoys' tilting on their gimbals is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barely affected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too.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8932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2589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5323A"/>
                </a:solidFill>
                <a:latin typeface="Segoe UI"/>
              </a:rPr>
              <a:t>Less than half a percent is far smaller than the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±3–5% you'd expect just from run-to-run scatter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in a physical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2 — the response to waves (all methods agree)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ticul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10241280" cy="39290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3445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Across the wave periods we'll test, the walls change the response by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only a few percent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— and the pen-and-paper, one-buoy, and full-platform methods all land in the same place. The bobbing-speed change is under 0.5% in every method.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3 — the accelerometers barely move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ticulated_ac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10241280" cy="3742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3445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The accelerations at the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deck centre and the four cluster points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— the real sensor locations — are essentially the same with the walls in or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4 — every direction, not just up-down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el_multi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74519"/>
            <a:ext cx="10058400" cy="30130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53212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68696"/>
            <a:ext cx="10241280" cy="9784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We checked the accelerometers in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every direction they can move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— fore-aft, up-down, and tilt (pitch). Walls in vs out changes each one by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at most 3%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, at the deck centre and all four cluster points. Side-to-side and twist stay essentially zero (the waves come straight down the flume).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CAVEAT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one thing to watch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 flume can “ring” sideways like a bathtub at a few special wave periods </a:t>
            </a:r>
            <a:r>
              <a:rPr sz="1900" b="1" i="0">
                <a:solidFill>
                  <a:srgbClr val="D1543A"/>
                </a:solidFill>
                <a:latin typeface="Segoe UI"/>
              </a:rPr>
              <a:t>(≈ 2.2, 1.5, 1.25 s)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Near those, the walls </a:t>
            </a:r>
            <a:r>
              <a:rPr sz="1900" b="0" i="1">
                <a:solidFill>
                  <a:srgbClr val="25323A"/>
                </a:solidFill>
                <a:latin typeface="Segoe UI"/>
              </a:rPr>
              <a:t>do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matter — so we simply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avoid parking a test exactly there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They're narrow, known in advance, and easy to step around in the test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2.5 m, 12-buoy platform is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compatible with the OSU wave flume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side walls change the measured bobbing speed by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&lt; 0.5%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the damping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not at all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and the wave response by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only a few percent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confirmed in the full multi-body model.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Reason, in one line:</a:t>
            </a:r>
          </a:p>
          <a:p>
            <a:pPr lvl="1">
              <a:spcBef>
                <a:spcPts val="200"/>
              </a:spcBef>
              <a:spcAft>
                <a:spcPts val="15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0" i="1">
                <a:solidFill>
                  <a:srgbClr val="0A5560"/>
                </a:solidFill>
                <a:latin typeface="Segoe UI"/>
              </a:rPr>
              <a:t>the platform barely makes waves, so there's almost nothing for the walls to reflect — the flume test measures the real, open-water behaviour.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