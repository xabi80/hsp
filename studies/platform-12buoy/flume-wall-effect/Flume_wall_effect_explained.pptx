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8B96"/>
                </a:solidFill>
                <a:latin typeface="Segoe UI"/>
              </a:rPr>
              <a:t>PLAIN-ENGLISH SUMMARY</a:t>
            </a:r>
          </a:p>
          <a:p>
            <a:pPr>
              <a:spcBef>
                <a:spcPts val="600"/>
              </a:spcBef>
            </a:pPr>
            <a:r>
              <a:rPr sz="4200" b="1">
                <a:solidFill>
                  <a:srgbClr val="25323A"/>
                </a:solidFill>
                <a:latin typeface="Segoe UI"/>
              </a:rPr>
              <a:t>Will the flume walls spoil
our platform test?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035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Short answer: no. The 2.5 m, 16-buoy platform is fine in the OSU wave flume.</a:t>
            </a:r>
          </a:p>
          <a:p>
            <a:r>
              <a:rPr sz="1400">
                <a:solidFill>
                  <a:srgbClr val="EEF6F7"/>
                </a:solidFill>
                <a:latin typeface="Segoe UI"/>
              </a:rPr>
              <a:t>Here is the concern, how we checked it, and what we found — in simple terms.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The concern a reviewer raised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me_blo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404166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9202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We want to test a floating platform — 16 buoys on a 2.5 m frame — in OSU's wave flume (a long tank,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3.66 m wide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).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platform nearly fills the width. A reviewer worried:</a:t>
            </a:r>
          </a:p>
          <a:p>
            <a:pPr lvl="1">
              <a:spcBef>
                <a:spcPts val="200"/>
              </a:spcBef>
              <a:spcAft>
                <a:spcPts val="1400"/>
              </a:spcAft>
            </a:pPr>
            <a:r>
              <a:rPr sz="16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0" i="1">
                <a:solidFill>
                  <a:srgbClr val="0A5560"/>
                </a:solidFill>
                <a:latin typeface="Segoe UI"/>
              </a:rPr>
              <a:t>“the platform makes waves, they bounce off the side walls, come back, and corrupt the measured data.”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Fair question. So we tested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WHY IT'S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The key idea — our platform barely makes waves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“Wall reflections” only matter if the platform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makes strong waves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to reflect.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Ours doesn't. It's a sparse cluster of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thin floats with drag plates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— a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poor wavemaker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When it bobs, almost all its energy goes into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water friction (drag)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, not into radiated waves.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No waves out →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nothing to bounce off the walls and come back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 That's the whole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989320"/>
            <a:ext cx="10607040" cy="73152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6025896"/>
            <a:ext cx="10241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5323A"/>
                </a:solidFill>
                <a:latin typeface="Segoe UI"/>
              </a:rPr>
              <a:t>In numbers: only about </a:t>
            </a:r>
            <a:r>
              <a:rPr sz="1400" b="1" i="0">
                <a:solidFill>
                  <a:srgbClr val="0A5560"/>
                </a:solidFill>
                <a:latin typeface="Segoe UI"/>
              </a:rPr>
              <a:t>3–4% 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of the bobbing energy leaves as waves — the rest is friction. So even perfect wall reflections could barely touch the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How we checked it — three ways, each more thorough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1.  Pen-and-paper physics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— where reflections could build up, and by how much.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2.  A computer flow-simulation of one buoy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, with and without the walls.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3.  A full simulation of the whole 21-piece platform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inside the flume — every buoy, every joint, the real drag — walls in vs walls out.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full-platform model (3) is the one we trust; the simpler checks point the same way near the platform's natural bobbing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What is the “21-piece” platform?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platform is not one solid raft — it's an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articulated (jointed) structure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:</a:t>
            </a:r>
          </a:p>
          <a:p>
            <a:pPr lvl="1">
              <a:spcBef>
                <a:spcPts val="200"/>
              </a:spcBef>
              <a:spcAft>
                <a:spcPts val="1300"/>
              </a:spcAft>
            </a:pPr>
            <a:r>
              <a:rPr sz="16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16 buoys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the floats (spar + drag plate)</a:t>
            </a:r>
          </a:p>
          <a:p>
            <a:pPr lvl="1">
              <a:spcBef>
                <a:spcPts val="200"/>
              </a:spcBef>
              <a:spcAft>
                <a:spcPts val="1300"/>
              </a:spcAft>
            </a:pPr>
            <a:r>
              <a:rPr sz="16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4 cluster hubs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each holds 4 buoys on gimbal pins</a:t>
            </a:r>
          </a:p>
          <a:p>
            <a:pPr lvl="1">
              <a:spcBef>
                <a:spcPts val="200"/>
              </a:spcBef>
              <a:spcAft>
                <a:spcPts val="1300"/>
              </a:spcAft>
            </a:pPr>
            <a:r>
              <a:rPr sz="16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1" i="0">
                <a:solidFill>
                  <a:srgbClr val="0A5560"/>
                </a:solidFill>
                <a:latin typeface="Segoe UI"/>
              </a:rPr>
              <a:t>1 central deck</a:t>
            </a:r>
            <a:r>
              <a:rPr sz="1600" b="0" i="0">
                <a:solidFill>
                  <a:srgbClr val="25323A"/>
                </a:solidFill>
                <a:latin typeface="Segoe UI"/>
              </a:rPr>
              <a:t> — the 4 arms connect to it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16 + 4 + 1 =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21 pieces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 The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gimbal pins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let each buoy tilt on its own — that's why we model all 21, not one rigid block.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Result 1 — the up-and-down bobbing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We push the platform down and let it bob back (a “free-decay” test).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With the walls in vs out, the bobbing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speed changes by about half a percent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…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… and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how fast it settles doesn't change at all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(the friction is unchanged by the walls).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buoys' tilting on their gimbals is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barely affected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too.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989320"/>
            <a:ext cx="10607040" cy="73152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6025896"/>
            <a:ext cx="10241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5323A"/>
                </a:solidFill>
                <a:latin typeface="Segoe UI"/>
              </a:rPr>
              <a:t>Half a percent is far smaller than the </a:t>
            </a:r>
            <a:r>
              <a:rPr sz="1400" b="1" i="0">
                <a:solidFill>
                  <a:srgbClr val="0A5560"/>
                </a:solidFill>
                <a:latin typeface="Segoe UI"/>
              </a:rPr>
              <a:t>±3–5% you'd expect just from run-to-run scatter</a:t>
            </a:r>
            <a:r>
              <a:rPr sz="1400" b="0" i="0">
                <a:solidFill>
                  <a:srgbClr val="25323A"/>
                </a:solidFill>
                <a:latin typeface="Segoe UI"/>
              </a:rPr>
              <a:t> in a physical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Result 2 — the response to waves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iculate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10241280" cy="3790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97880"/>
            <a:ext cx="10607040" cy="73152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934456"/>
            <a:ext cx="10241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5323A"/>
                </a:solidFill>
                <a:latin typeface="Segoe UI"/>
              </a:rPr>
              <a:t>Across every wave period we'll test, the full articulated-platform simulation shows the walls change the response by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at most about 4%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 — and it doesn't grow at long waves.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Result 3 — the shallow water matters more than the walls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_v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83080"/>
            <a:ext cx="9692640" cy="45675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52160"/>
            <a:ext cx="10607040" cy="77724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88736"/>
            <a:ext cx="1024128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5323A"/>
                </a:solidFill>
                <a:latin typeface="Segoe UI"/>
              </a:rPr>
              <a:t>The walls (teal) stay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small at every wave period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; it's the </a:t>
            </a:r>
            <a:r>
              <a:rPr sz="1300" b="1" i="0">
                <a:solidFill>
                  <a:srgbClr val="D1543A"/>
                </a:solidFill>
                <a:latin typeface="Segoe UI"/>
              </a:rPr>
              <a:t>shallow 2.7 m water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 (red) that grows at long waves — and that's a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known, routine correction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 every flume test already applies.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Result 4 — every direction, not just up-down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el_multid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74519"/>
            <a:ext cx="10058400" cy="30130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532120"/>
            <a:ext cx="10607040" cy="1051560"/>
          </a:xfrm>
          <a:prstGeom prst="rect">
            <a:avLst/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68696"/>
            <a:ext cx="10241280" cy="9784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5323A"/>
                </a:solidFill>
                <a:latin typeface="Segoe UI"/>
              </a:rPr>
              <a:t>We checked the accelerometers in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every direction they can move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 — fore-aft, up-down, and tilt (pitch). Near the natural period, walls in vs out changes each one by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about 4% or less</a:t>
            </a:r>
            <a:r>
              <a:rPr sz="1300" b="0" i="0">
                <a:solidFill>
                  <a:srgbClr val="25323A"/>
                </a:solidFill>
                <a:latin typeface="Segoe UI"/>
              </a:rPr>
              <a:t>, at the deck centre and all four cluster points. Side-to-side and twist stay essentially zero (the waves come straight down the flume).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THE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The one thing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A flume can “ring” sideways like a bathtub at a few special wave periods </a:t>
            </a:r>
            <a:r>
              <a:rPr sz="1900" b="1" i="0">
                <a:solidFill>
                  <a:srgbClr val="D1543A"/>
                </a:solidFill>
                <a:latin typeface="Segoe UI"/>
              </a:rPr>
              <a:t>(≈ 2.2, 1.5, 1.25 s)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Near those, the walls </a:t>
            </a:r>
            <a:r>
              <a:rPr sz="1900" b="0" i="1">
                <a:solidFill>
                  <a:srgbClr val="25323A"/>
                </a:solidFill>
                <a:latin typeface="Segoe UI"/>
              </a:rPr>
              <a:t>do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matter — so we simply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avoid parking a test exactly there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They're narrow, known in advance, and easy to step around in the test plan.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And for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very long waves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(slower than ~3 s), the </a:t>
            </a:r>
            <a:r>
              <a:rPr sz="1900" b="1" i="0">
                <a:solidFill>
                  <a:srgbClr val="D1543A"/>
                </a:solidFill>
                <a:latin typeface="Segoe UI"/>
              </a:rPr>
              <a:t>shallow water depth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is the bigger effect — corrected as standard, just like any flume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8B96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5323A"/>
                </a:solidFill>
                <a:latin typeface="Segoe UI"/>
              </a:rPr>
              <a:t>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201168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2.5 m, 16-buoy platform is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compatible with the OSU wave flume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side walls change the measured bobbing speed by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about ½%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, the damping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not at all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, and the near-resonance wave response by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only a few percent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The bigger flume factor is the </a:t>
            </a:r>
            <a:r>
              <a:rPr sz="1900" b="1" i="0">
                <a:solidFill>
                  <a:srgbClr val="D1543A"/>
                </a:solidFill>
                <a:latin typeface="Segoe UI"/>
              </a:rPr>
              <a:t>shallow water depth</a:t>
            </a:r>
            <a:r>
              <a:rPr sz="1900" b="0" i="0">
                <a:solidFill>
                  <a:srgbClr val="25323A"/>
                </a:solidFill>
                <a:latin typeface="Segoe UI"/>
              </a:rPr>
              <a:t> (not the walls) — a routine, corrected effect.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900">
                <a:solidFill>
                  <a:srgbClr val="0C8B96"/>
                </a:solidFill>
                <a:latin typeface="Segoe UI"/>
              </a:rPr>
              <a:t>•  </a:t>
            </a:r>
            <a:r>
              <a:rPr sz="1900" b="1" i="0">
                <a:solidFill>
                  <a:srgbClr val="25323A"/>
                </a:solidFill>
                <a:latin typeface="Segoe UI"/>
              </a:rPr>
              <a:t>Reason, in one line:</a:t>
            </a:r>
          </a:p>
          <a:p>
            <a:pPr lvl="1">
              <a:spcBef>
                <a:spcPts val="200"/>
              </a:spcBef>
              <a:spcAft>
                <a:spcPts val="1500"/>
              </a:spcAft>
            </a:pPr>
            <a:r>
              <a:rPr sz="1600">
                <a:solidFill>
                  <a:srgbClr val="54636D"/>
                </a:solidFill>
                <a:latin typeface="Segoe UI"/>
              </a:rPr>
              <a:t>      –  </a:t>
            </a:r>
            <a:r>
              <a:rPr sz="1600" b="0" i="1">
                <a:solidFill>
                  <a:srgbClr val="0A5560"/>
                </a:solidFill>
                <a:latin typeface="Segoe UI"/>
              </a:rPr>
              <a:t>the platform barely makes waves, so there's almost nothing for the walls to reflect — the flume test measures the real behaviour once depth is accounted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