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  <a:latin typeface="Segoe UI"/>
              </a:rPr>
              <a:t>PHASE-3 PLATFORM · OSU LARGE WAVE FLUME · TEAMER REVIEW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42A38"/>
                </a:solidFill>
                <a:latin typeface="Segoe UI"/>
              </a:rPr>
              <a:t>Sidewall effects on the free-decay
and wave-sweep campaigns</a:t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51606A"/>
                </a:solidFill>
                <a:latin typeface="Segoe UI"/>
              </a:rPr>
              <a:t>Potential-flow BEM with explicit flume walls (method of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Finding: sidewalls do not corrupt the dynamic data. Free-decay periods shift &lt; 0.6 %; the heave RAO wall effect is ≤ 4 % across the whole wave band.</a:t>
            </a:r>
          </a:p>
          <a:p>
            <a:r>
              <a:rPr sz="1300">
                <a:solidFill>
                  <a:srgbClr val="ECF4F5"/>
                </a:solidFill>
                <a:latin typeface="Segoe UI"/>
              </a:rPr>
              <a:t>The dominant flume artifact is the finite 2.7 m depth, not the walls. 16-buoy platform (4 clusters × 4), 2.5 m to buoy centres.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Reviewer claim and our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07040" cy="100584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i="1">
                <a:solidFill>
                  <a:srgbClr val="0A5560"/>
                </a:solidFill>
                <a:latin typeface="Segoe UI"/>
              </a:rPr>
              <a:t>“Phase 3 platform (2.50 m) inside HWRL's 3.67 m flume leaves 0.6 m side clearance, inducing severe sidewall reflections that will corrupt dynamic data.”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Severe reflections are the correct concern for a strong wavemaker or a body that spans the tank. The Phase-3 platform is neither, and we show it quantitatively.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Method: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Capytaine potential-flow BEM with the LWF walls modelled by the method of images; every comparison is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walls-in vs walls-out at the same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Finding: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free-decay periods shift &lt; 0.6 %; the heave RAO wall effect is ≤ 4 % across the band and does not grow at long periods.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The larger flume effect is the finite depth — a known, correctable facility property, not a sidewall artifact.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Configuration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00200"/>
            <a:ext cx="3953807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002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Test article: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16-buoy platform — 4 clusters × 4 buoys (square), articulated (gimbal buoy→hub, hub→deck).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Hull: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Phase-1 decay-correlated spar + heave plate (T ≈ 2.6 s, ζ ≈ 13 %).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Size: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2.5 m to buoy centres; outer span 2.79 m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(76 % of width)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; clearance ~0.44 m/side.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Facility: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OSU LWF, W = 3.66 m, h = 2.7 m.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method of images (mirror across y = ±W/2, ~3 levels).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Depth: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sidewall effect from the coupled BEM (deep; free-decay is depth-robust). The finite-depth effect is a separate, Airy-corroborated facility effect assessed at 2.7 m.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1606A"/>
                </a:solidFill>
                <a:latin typeface="Segoe UI"/>
              </a:rPr>
              <a:t>Reviewer's 0.6 m assumes 2.50 m is the outer extent; it is the buoy-centre circle, so the as-built clearance is the tighter ~0.44 m analysed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Physical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Free-decay — weak radiator.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Heave radiation damping is only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~3.5 % of the total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(the rest is viscous drag); the walls can perturb only that small radiated part, so the natural period and damping barely move. This is depth-robust.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Wave response — sub-cut-on.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 corrupting cross-flume standing wave forms only at the transverse cut-ons (next slide); the operating band is below the first one, so the residual sidewall effect on the wave loads stays small (≤ 4 %) at every period.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Porous, does not span the tank.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Water passes between the buoys and runs off along the 104 m length; only the cross-flume direction is bounded.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RING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The flume “ring” — transverse cut-on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ing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10058400" cy="29661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1560" y="4297680"/>
            <a:ext cx="10058400" cy="512064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297680"/>
            <a:ext cx="9875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FFFFFF"/>
                </a:solidFill>
                <a:latin typeface="Consolas"/>
              </a:rPr>
              <a:t>T_n = 2π / √( g·k_n·tanh(k_n·h) ),  k_n = nπ/W   →   T_1,2,3 = 2.19 / 1.53 / 1.25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Between the side walls the water sloshes across the width like a bathtub; these transverse modes have fixed (nearly depth-independent) cut-on periods set by W. 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Below T₁ = 2.19 s (incl. the ~2.6 s heave): the modes are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evanescent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 — they decay away from the body and cannot ring. Even at the cut-ons the weak scattering keeps the effect bounded (~±6 %); we skip those periods in the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Free-decay results (depth-robust)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828800"/>
            <a:ext cx="10241280" cy="402336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47088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Quantity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9472" y="1847088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walls out → walls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7072" y="1847088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 effect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31136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49424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natural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9472" y="2249424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2.607 → 2.593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072" y="2249424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-0.55%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651760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damping 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9472" y="2651760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6.4% → 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651760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unchanged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035808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54096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Buoy gimbal tilt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3054096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0.0007 → 0.0009 rad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054096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~0 (negligible)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Full articulated 21-body FloatSim (real quadratic drag, KKT gimbal joints), walls-in vs walls-out.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The period shift is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~20× smaller than the ±(3–5) % scatter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of a physical free-decay test; damping is viscous-dominated and unchanged. Radiation is depth-robust, so deep-water modelling is valid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Wave-frequency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37360"/>
            <a:ext cx="10241280" cy="37907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52160"/>
            <a:ext cx="10607040" cy="82296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79592"/>
            <a:ext cx="1024128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1B262E"/>
                </a:solidFill>
                <a:latin typeface="Segoe UI"/>
              </a:rPr>
              <a:t>Coupled 21-body BEM (open vs walled). The heave RAO wall effect is </a:t>
            </a:r>
            <a:r>
              <a:rPr sz="1250" b="1" i="0">
                <a:solidFill>
                  <a:srgbClr val="0A5560"/>
                </a:solidFill>
                <a:latin typeface="Segoe UI"/>
              </a:rPr>
              <a:t>≤ 3.9 % across the whole band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 and does not grow at long periods (excitation wall effect </a:t>
            </a:r>
            <a:r>
              <a:rPr sz="1250" b="1" i="0">
                <a:solidFill>
                  <a:srgbClr val="1B262E"/>
                </a:solidFill>
                <a:latin typeface="Segoe UI"/>
              </a:rPr>
              <a:t>≤ 3.0 %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, shrinking toward 0 at 4 s). The frequency-domain single-array method over-states this at long periods (it under-converges in image count) — the coupled solve is authoritative.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Sidewalls vs finite depth — the dominant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ll_v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00200"/>
            <a:ext cx="9235440" cy="4352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The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sidewall effect (teal, coupled BEM) stays small and flat (≤ 3 %)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 at every period, while the </a:t>
            </a:r>
            <a:r>
              <a:rPr sz="1300" b="1" i="0">
                <a:solidFill>
                  <a:srgbClr val="B2432C"/>
                </a:solidFill>
                <a:latin typeface="Segoe UI"/>
              </a:rPr>
              <a:t>finite-depth effect (red) grows to −19% to −37%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 at 2.5–4 s. The reviewer's concern (walls) is the minor term; the real flume consideration is depth — a known, correctable property handled by depth-scaling.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All-DOF accelerations near resonance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el_multi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600200"/>
            <a:ext cx="9875520" cy="29582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Articulated 21-body accelerations at the deck centre and four cluster hubs, each excited DOF: surge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0.9 %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heave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4.0 %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pitch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2.2 %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. Sway/roll/yaw unexcited in head seas; peaks at the 2.19 s cut-on.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ORIENTATION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Orientation robustness — 0° vs 45°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rientation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600200"/>
            <a:ext cx="9326880" cy="40214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1B262E"/>
                </a:solidFill>
                <a:latin typeface="Segoe UI"/>
              </a:rPr>
              <a:t>A 90° rotation is a symmetry no-op (4-fold layout); 45° turns the platform corner-on and </a:t>
            </a:r>
            <a:r>
              <a:rPr sz="1250" b="1" i="0">
                <a:solidFill>
                  <a:srgbClr val="0A5560"/>
                </a:solidFill>
                <a:latin typeface="Segoe UI"/>
              </a:rPr>
              <a:t>nearly doubles the clearance (0.44 → 0.80 m)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 — yet the wall effect is unchanged (free-decay −0.55 % both). It is set by the </a:t>
            </a:r>
            <a:r>
              <a:rPr sz="1250" b="1" i="0">
                <a:solidFill>
                  <a:srgbClr val="B2432C"/>
                </a:solidFill>
                <a:latin typeface="Segoe UI"/>
              </a:rPr>
              <a:t>bulk channel blockage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 (total array volume vs cross-section), not the nearest-buoy clearance — so the reviewer's 0.6 m clearance is not the controlling parameter.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Scope, concessions and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Transverse cut-ons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(2.19 / 1.53 / 1.25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skip these narrow, known periods in the sweep matrix (bounded ~±6 % even there).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Long-period tests (T &gt; 3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apply the standard finite-depth correction — the response there is depth-dominated, not a sidewall artifact (the sidewall effect stays ≤ 4 %).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Method fidelity: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the sidewall effect is read from the coupled 21-body BEM; the single-array frequency-domain method under-converges in image count at long periods (it over-states the wall effect there and is used only for the image-free depth effect).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Mesh / walled radiation matrix: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coarse mesh (the walls-in/out ratio is mesh-robust); the image trick makes walled B non-reciprocal, so it is PSD-projected (heave decay is robust to this).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37360"/>
            <a:ext cx="1060704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Sidewall reflections do not corrupt the Phase-3 dynamic data: free-decay periods shift &lt; 0.6 %, and the heave RAO wall effect is ≤ 4 % across the whole band.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Accelerations at every sensor point, every excited DOF, change by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≤ 4 %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near resonance.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The dominant flume consideration is the finite 2.7 m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— larger than the walls, and handled by standard depth-scaling, not by the sidewalls.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 2.50 m platform is compatible with the OSU Large Wave Flume.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