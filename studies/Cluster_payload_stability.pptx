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Extra buoyancy: 194 N/m until the spar top goes under</a:t>
            </a:r>
          </a:p>
        </c:rich>
      </c:tx>
      <c:layout/>
      <c:overlay val="0"/>
    </c:title>
    <c:plotArea>
      <c:scatterChart>
        <c:scatterStyle val="lineMarker"/>
        <c:varyColors val="0"/>
        <c:ser>
          <c:idx val="0"/>
          <c:order val="0"/>
          <c:tx>
            <c:strRef>
              <c:f>Sheet1!$B$1</c:f>
              <c:strCache>
                <c:ptCount val="1"/>
                <c:pt idx="0">
                  <c:v>pin load holding the sinkage (N)</c:v>
                </c:pt>
              </c:strCache>
            </c:strRef>
          </c:tx>
          <c:spPr>
            <a:ln w="28575">
              <a:solidFill>
                <a:srgbClr val="0C8B96"/>
              </a:solidFill>
            </a:ln>
          </c:spPr>
          <c:marker>
            <c:symbol val="none"/>
          </c:marker>
          <c:xVal>
            <c:numRef>
              <c:f>Sheet1!$A$2:$A$32</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Sheet1!$B$2:$B$32</c:f>
              <c:numCache>
                <c:formatCode>General</c:formatCode>
                <c:ptCount val="31"/>
                <c:pt idx="0">
                  <c:v>0.0</c:v>
                </c:pt>
                <c:pt idx="1">
                  <c:v>4.851507803411305</c:v>
                </c:pt>
                <c:pt idx="2">
                  <c:v>9.703015606826176</c:v>
                </c:pt>
                <c:pt idx="3">
                  <c:v>14.55452341023918</c:v>
                </c:pt>
                <c:pt idx="4">
                  <c:v>19.406031213653335</c:v>
                </c:pt>
                <c:pt idx="5">
                  <c:v>24.25753901706549</c:v>
                </c:pt>
                <c:pt idx="6">
                  <c:v>29.109046820479854</c:v>
                </c:pt>
                <c:pt idx="7">
                  <c:v>33.9605546238935</c:v>
                </c:pt>
                <c:pt idx="8">
                  <c:v>38.81206242730664</c:v>
                </c:pt>
                <c:pt idx="9">
                  <c:v>43.66357023071947</c:v>
                </c:pt>
                <c:pt idx="10">
                  <c:v>48.515078034133666</c:v>
                </c:pt>
                <c:pt idx="11">
                  <c:v>53.36658583754728</c:v>
                </c:pt>
                <c:pt idx="12">
                  <c:v>58.21809364095998</c:v>
                </c:pt>
                <c:pt idx="13">
                  <c:v>63.069601444373255</c:v>
                </c:pt>
                <c:pt idx="14">
                  <c:v>67.92110924778754</c:v>
                </c:pt>
                <c:pt idx="15">
                  <c:v>72.77261705120137</c:v>
                </c:pt>
                <c:pt idx="16">
                  <c:v>77.62412485461441</c:v>
                </c:pt>
                <c:pt idx="17">
                  <c:v>82.47563265802758</c:v>
                </c:pt>
                <c:pt idx="18">
                  <c:v>87.32714046144122</c:v>
                </c:pt>
                <c:pt idx="19">
                  <c:v>92.1786482648544</c:v>
                </c:pt>
                <c:pt idx="20">
                  <c:v>97.03015606826777</c:v>
                </c:pt>
                <c:pt idx="21">
                  <c:v>101.88166387168182</c:v>
                </c:pt>
                <c:pt idx="22">
                  <c:v>106.73317167509545</c:v>
                </c:pt>
                <c:pt idx="23">
                  <c:v>111.5846794785095</c:v>
                </c:pt>
                <c:pt idx="24">
                  <c:v>116.43618728192287</c:v>
                </c:pt>
                <c:pt idx="25">
                  <c:v>121.2876950853366</c:v>
                </c:pt>
                <c:pt idx="26">
                  <c:v>126.13920288874935</c:v>
                </c:pt>
                <c:pt idx="27">
                  <c:v>130.99071069216362</c:v>
                </c:pt>
                <c:pt idx="28">
                  <c:v>135.84221849557562</c:v>
                </c:pt>
                <c:pt idx="29">
                  <c:v>137.78282161694204</c:v>
                </c:pt>
                <c:pt idx="30">
                  <c:v>138.75312317762368</c:v>
                </c:pt>
              </c:numCache>
            </c:numRef>
          </c:yVal>
          <c:smooth val="0"/>
        </c:ser>
        <c:axId val="-2128940872"/>
        <c:axId val="-2129643912"/>
      </c:scatterChart>
      <c:valAx>
        <c:axId val="-2128940872"/>
        <c:scaling>
          <c:orientation val="minMax"/>
          <c:max val="0.75"/>
          <c:min val="0.0"/>
        </c:scaling>
        <c:delete val="0"/>
        <c:axPos val="b"/>
        <c:majorGridlines>
          <c:spPr>
            <a:ln>
              <a:solidFill>
                <a:srgbClr val="E6ECEE"/>
              </a:solidFill>
            </a:ln>
          </c:spPr>
        </c:majorGridlines>
        <c:title>
          <c:tx>
            <c:rich>
              <a:bodyPr/>
              <a:lstStyle/>
              <a:p>
                <a:r>
                  <a:rPr sz="1200" b="0">
                    <a:solidFill>
                      <a:srgbClr val="2B3A44"/>
                    </a:solidFill>
                  </a:rPr>
                  <a:t>sinkage below the design draft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50.0"/>
          <c:min val="0.0"/>
        </c:scaling>
        <c:delete val="0"/>
        <c:axPos val="l"/>
        <c:majorGridlines>
          <c:spPr>
            <a:ln>
              <a:solidFill>
                <a:srgbClr val="E6ECEE"/>
              </a:solidFill>
            </a:ln>
          </c:spPr>
        </c:majorGridlines>
        <c:title>
          <c:tx>
            <c:rich>
              <a:bodyPr/>
              <a:lstStyle/>
              <a:p>
                <a:r>
                  <a:rPr sz="1200" b="0">
                    <a:solidFill>
                      <a:srgbClr val="2B3A44"/>
                    </a:solidFill>
                  </a:rPr>
                  <a:t>pin load per buoy (N)</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Gimbal stability of one buoy</a:t>
            </a:r>
          </a:p>
        </c:rich>
      </c:tx>
      <c:layout/>
      <c:overlay val="0"/>
    </c:title>
    <c:plotArea>
      <c:scatterChart>
        <c:scatterStyle val="lineMarker"/>
        <c:varyColors val="0"/>
        <c:ser>
          <c:idx val="0"/>
          <c:order val="0"/>
          <c:tx>
            <c:strRef>
              <c:f>Sheet1!$B$1</c:f>
              <c:strCache>
                <c:ptCount val="1"/>
                <c:pt idx="0">
                  <c:v>buoy's restoring, C55</c:v>
                </c:pt>
              </c:strCache>
            </c:strRef>
          </c:tx>
          <c:spPr>
            <a:ln w="28575">
              <a:solidFill>
                <a:srgbClr val="2F74C0"/>
              </a:solidFill>
            </a:ln>
          </c:spPr>
          <c:marker>
            <c:symbol val="none"/>
          </c:marker>
          <c:xVal>
            <c:numRef>
              <c:f>Sheet1!$A$2:$A$32</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Sheet1!$B$2:$B$32</c:f>
              <c:numCache>
                <c:formatCode>General</c:formatCode>
                <c:ptCount val="31"/>
                <c:pt idx="0">
                  <c:v>73.75324856653786</c:v>
                </c:pt>
                <c:pt idx="1">
                  <c:v>78.21420999177346</c:v>
                </c:pt>
                <c:pt idx="2">
                  <c:v>82.79645911209838</c:v>
                </c:pt>
                <c:pt idx="3">
                  <c:v>87.49999592750854</c:v>
                </c:pt>
                <c:pt idx="4">
                  <c:v>92.32482043800437</c:v>
                </c:pt>
                <c:pt idx="5">
                  <c:v>97.27093264358285</c:v>
                </c:pt>
                <c:pt idx="6">
                  <c:v>102.33833254425087</c:v>
                </c:pt>
                <c:pt idx="7">
                  <c:v>107.52702013999757</c:v>
                </c:pt>
                <c:pt idx="8">
                  <c:v>112.83699543083542</c:v>
                </c:pt>
                <c:pt idx="9">
                  <c:v>118.26825841675448</c:v>
                </c:pt>
                <c:pt idx="10">
                  <c:v>123.8208090977644</c:v>
                </c:pt>
                <c:pt idx="11">
                  <c:v>129.49464747385753</c:v>
                </c:pt>
                <c:pt idx="12">
                  <c:v>135.2897735450331</c:v>
                </c:pt>
                <c:pt idx="13">
                  <c:v>141.20618731129457</c:v>
                </c:pt>
                <c:pt idx="14">
                  <c:v>147.24388877264664</c:v>
                </c:pt>
                <c:pt idx="15">
                  <c:v>153.40287792907668</c:v>
                </c:pt>
                <c:pt idx="16">
                  <c:v>159.68315478059682</c:v>
                </c:pt>
                <c:pt idx="17">
                  <c:v>166.084719327196</c:v>
                </c:pt>
                <c:pt idx="18">
                  <c:v>172.6075715688866</c:v>
                </c:pt>
                <c:pt idx="19">
                  <c:v>179.25171150566243</c:v>
                </c:pt>
                <c:pt idx="20">
                  <c:v>186.01713913752187</c:v>
                </c:pt>
                <c:pt idx="21">
                  <c:v>192.90385446446942</c:v>
                </c:pt>
                <c:pt idx="22">
                  <c:v>199.91185748649602</c:v>
                </c:pt>
                <c:pt idx="23">
                  <c:v>207.0411482036164</c:v>
                </c:pt>
                <c:pt idx="24">
                  <c:v>214.29172661581984</c:v>
                </c:pt>
                <c:pt idx="25">
                  <c:v>221.66359272310495</c:v>
                </c:pt>
                <c:pt idx="26">
                  <c:v>229.1567465254778</c:v>
                </c:pt>
                <c:pt idx="27">
                  <c:v>236.77118802293433</c:v>
                </c:pt>
                <c:pt idx="28">
                  <c:v>244.50691721547636</c:v>
                </c:pt>
                <c:pt idx="29">
                  <c:v>247.63516944712055</c:v>
                </c:pt>
                <c:pt idx="30">
                  <c:v>249.2065728246454</c:v>
                </c:pt>
              </c:numCache>
            </c:numRef>
          </c:yVal>
          <c:smooth val="0"/>
        </c:ser>
        <c:ser>
          <c:idx val="1"/>
          <c:order val="1"/>
          <c:tx>
            <c:strRef>
              <c:f>Sheet1!$B$34</c:f>
              <c:strCache>
                <c:ptCount val="1"/>
                <c:pt idx="0">
                  <c:v>tipping by the pin load, P × 1.62 m</c:v>
                </c:pt>
              </c:strCache>
            </c:strRef>
          </c:tx>
          <c:spPr>
            <a:ln w="28575">
              <a:solidFill>
                <a:srgbClr val="B2432C"/>
              </a:solidFill>
            </a:ln>
          </c:spPr>
          <c:marker>
            <c:symbol val="none"/>
          </c:marker>
          <c:xVal>
            <c:numRef>
              <c:f>Sheet1!$A$35:$A$65</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Sheet1!$B$35:$B$65</c:f>
              <c:numCache>
                <c:formatCode>General</c:formatCode>
                <c:ptCount val="31"/>
                <c:pt idx="0">
                  <c:v>0.0</c:v>
                </c:pt>
                <c:pt idx="1">
                  <c:v>7.87884867273996</c:v>
                </c:pt>
                <c:pt idx="2">
                  <c:v>15.75769734548571</c:v>
                </c:pt>
                <c:pt idx="3">
                  <c:v>23.63654601822843</c:v>
                </c:pt>
                <c:pt idx="4">
                  <c:v>31.515394690973018</c:v>
                </c:pt>
                <c:pt idx="5">
                  <c:v>39.39424336371436</c:v>
                </c:pt>
                <c:pt idx="6">
                  <c:v>47.27309203645929</c:v>
                </c:pt>
                <c:pt idx="7">
                  <c:v>55.151940709203046</c:v>
                </c:pt>
                <c:pt idx="8">
                  <c:v>63.03078938194599</c:v>
                </c:pt>
                <c:pt idx="9">
                  <c:v>70.90963805468843</c:v>
                </c:pt>
                <c:pt idx="10">
                  <c:v>78.78848672743308</c:v>
                </c:pt>
                <c:pt idx="11">
                  <c:v>86.66733540017678</c:v>
                </c:pt>
                <c:pt idx="12">
                  <c:v>94.546184072919</c:v>
                </c:pt>
                <c:pt idx="13">
                  <c:v>102.42503274566218</c:v>
                </c:pt>
                <c:pt idx="14">
                  <c:v>110.30388141840697</c:v>
                </c:pt>
                <c:pt idx="15">
                  <c:v>118.18273009115103</c:v>
                </c:pt>
                <c:pt idx="16">
                  <c:v>126.0615787638938</c:v>
                </c:pt>
                <c:pt idx="17">
                  <c:v>133.9404274366368</c:v>
                </c:pt>
                <c:pt idx="18">
                  <c:v>141.81927610938055</c:v>
                </c:pt>
                <c:pt idx="19">
                  <c:v>149.69812478212356</c:v>
                </c:pt>
                <c:pt idx="20">
                  <c:v>157.57697345486687</c:v>
                </c:pt>
                <c:pt idx="21">
                  <c:v>165.4558221276113</c:v>
                </c:pt>
                <c:pt idx="22">
                  <c:v>173.334670800355</c:v>
                </c:pt>
                <c:pt idx="23">
                  <c:v>181.21351947309944</c:v>
                </c:pt>
                <c:pt idx="24">
                  <c:v>189.09236814584276</c:v>
                </c:pt>
                <c:pt idx="25">
                  <c:v>196.97121681858664</c:v>
                </c:pt>
                <c:pt idx="26">
                  <c:v>204.85006549132896</c:v>
                </c:pt>
                <c:pt idx="27">
                  <c:v>212.72891416407373</c:v>
                </c:pt>
                <c:pt idx="28">
                  <c:v>220.60776283681483</c:v>
                </c:pt>
                <c:pt idx="29">
                  <c:v>223.7593023059139</c:v>
                </c:pt>
                <c:pt idx="30">
                  <c:v>225.33507204046086</c:v>
                </c:pt>
              </c:numCache>
            </c:numRef>
          </c:yVal>
          <c:smooth val="0"/>
        </c:ser>
        <c:ser>
          <c:idx val="2"/>
          <c:order val="2"/>
          <c:tx>
            <c:strRef>
              <c:f>Sheet1!$B$67</c:f>
              <c:strCache>
                <c:ptCount val="1"/>
                <c:pt idx="0">
                  <c:v>net margin</c:v>
                </c:pt>
              </c:strCache>
            </c:strRef>
          </c:tx>
          <c:spPr>
            <a:ln w="38100">
              <a:solidFill>
                <a:srgbClr val="5A8A2B"/>
              </a:solidFill>
            </a:ln>
          </c:spPr>
          <c:marker>
            <c:symbol val="none"/>
          </c:marker>
          <c:xVal>
            <c:numRef>
              <c:f>Sheet1!$A$68:$A$98</c:f>
              <c:numCache>
                <c:formatCode>General</c:formatCode>
                <c:ptCount val="3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0.71</c:v>
                </c:pt>
                <c:pt idx="30">
                  <c:v>0.715</c:v>
                </c:pt>
              </c:numCache>
            </c:numRef>
          </c:xVal>
          <c:yVal>
            <c:numRef>
              <c:f>Sheet1!$B$68:$B$98</c:f>
              <c:numCache>
                <c:formatCode>General</c:formatCode>
                <c:ptCount val="31"/>
                <c:pt idx="0">
                  <c:v>73.75324856653786</c:v>
                </c:pt>
                <c:pt idx="1">
                  <c:v>70.3353613190335</c:v>
                </c:pt>
                <c:pt idx="2">
                  <c:v>67.03876176661267</c:v>
                </c:pt>
                <c:pt idx="3">
                  <c:v>63.86344990928011</c:v>
                </c:pt>
                <c:pt idx="4">
                  <c:v>60.80942574703135</c:v>
                </c:pt>
                <c:pt idx="5">
                  <c:v>57.87668927986849</c:v>
                </c:pt>
                <c:pt idx="6">
                  <c:v>55.065240507791586</c:v>
                </c:pt>
                <c:pt idx="7">
                  <c:v>52.37507943079453</c:v>
                </c:pt>
                <c:pt idx="8">
                  <c:v>49.80620604888942</c:v>
                </c:pt>
                <c:pt idx="9">
                  <c:v>47.35862036206605</c:v>
                </c:pt>
                <c:pt idx="10">
                  <c:v>45.032322370331315</c:v>
                </c:pt>
                <c:pt idx="11">
                  <c:v>42.827312073680744</c:v>
                </c:pt>
                <c:pt idx="12">
                  <c:v>40.74358947211411</c:v>
                </c:pt>
                <c:pt idx="13">
                  <c:v>38.78115456563239</c:v>
                </c:pt>
                <c:pt idx="14">
                  <c:v>36.94000735423967</c:v>
                </c:pt>
                <c:pt idx="15">
                  <c:v>35.22014783792565</c:v>
                </c:pt>
                <c:pt idx="16">
                  <c:v>33.62157601670302</c:v>
                </c:pt>
                <c:pt idx="17">
                  <c:v>32.1442918905592</c:v>
                </c:pt>
                <c:pt idx="18">
                  <c:v>30.78829545950606</c:v>
                </c:pt>
                <c:pt idx="19">
                  <c:v>29.55358672353887</c:v>
                </c:pt>
                <c:pt idx="20">
                  <c:v>28.440165682654992</c:v>
                </c:pt>
                <c:pt idx="21">
                  <c:v>27.44803233685812</c:v>
                </c:pt>
                <c:pt idx="22">
                  <c:v>26.577186686141005</c:v>
                </c:pt>
                <c:pt idx="23">
                  <c:v>25.82762873051695</c:v>
                </c:pt>
                <c:pt idx="24">
                  <c:v>25.199358469977085</c:v>
                </c:pt>
                <c:pt idx="25">
                  <c:v>24.692375904518315</c:v>
                </c:pt>
                <c:pt idx="26">
                  <c:v>24.306681034148852</c:v>
                </c:pt>
                <c:pt idx="27">
                  <c:v>24.042273858860597</c:v>
                </c:pt>
                <c:pt idx="28">
                  <c:v>23.899154378661535</c:v>
                </c:pt>
                <c:pt idx="29">
                  <c:v>23.87586714120664</c:v>
                </c:pt>
                <c:pt idx="30">
                  <c:v>23.871500784184548</c:v>
                </c:pt>
              </c:numCache>
            </c:numRef>
          </c:yVal>
          <c:smooth val="0"/>
        </c:ser>
        <c:axId val="-2128940872"/>
        <c:axId val="-2129643912"/>
      </c:scatterChart>
      <c:valAx>
        <c:axId val="-2128940872"/>
        <c:scaling>
          <c:orientation val="minMax"/>
          <c:max val="0.75"/>
          <c:min val="0.0"/>
        </c:scaling>
        <c:delete val="0"/>
        <c:axPos val="b"/>
        <c:majorGridlines>
          <c:spPr>
            <a:ln>
              <a:solidFill>
                <a:srgbClr val="E6ECEE"/>
              </a:solidFill>
            </a:ln>
          </c:spPr>
        </c:majorGridlines>
        <c:title>
          <c:tx>
            <c:rich>
              <a:bodyPr/>
              <a:lstStyle/>
              <a:p>
                <a:r>
                  <a:rPr sz="1200" b="0">
                    <a:solidFill>
                      <a:srgbClr val="2B3A44"/>
                    </a:solidFill>
                  </a:rPr>
                  <a:t>sinkage below the design draft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260.0"/>
          <c:min val="0.0"/>
        </c:scaling>
        <c:delete val="0"/>
        <c:axPos val="l"/>
        <c:majorGridlines>
          <c:spPr>
            <a:ln>
              <a:solidFill>
                <a:srgbClr val="E6ECEE"/>
              </a:solidFill>
            </a:ln>
          </c:spPr>
        </c:majorGridlines>
        <c:title>
          <c:tx>
            <c:rich>
              <a:bodyPr/>
              <a:lstStyle/>
              <a:p>
                <a:r>
                  <a:rPr sz="1200" b="0">
                    <a:solidFill>
                      <a:srgbClr val="2B3A44"/>
                    </a:solidFill>
                  </a:rPr>
                  <a:t>stiffness about the buoy CoG (N·m/rad)</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2B3A44"/>
                </a:solidFill>
              </a:rPr>
              <a:t>Hub tilt against payload moment: 12 branches</a:t>
            </a:r>
          </a:p>
        </c:rich>
      </c:tx>
      <c:layout/>
      <c:overlay val="0"/>
    </c:title>
    <c:plotArea>
      <c:scatterChart>
        <c:scatterStyle val="lineMarker"/>
        <c:varyColors val="0"/>
        <c:ser>
          <c:idx val="0"/>
          <c:order val="0"/>
          <c:tx>
            <c:strRef>
              <c:f>Sheet1!$B$1</c:f>
              <c:strCache>
                <c:ptCount val="1"/>
                <c:pt idx="0">
                  <c:v>0.05 m, 0°</c:v>
                </c:pt>
              </c:strCache>
            </c:strRef>
          </c:tx>
          <c:spPr>
            <a:ln w="22225">
              <a:solidFill>
                <a:srgbClr val="0C8B96"/>
              </a:solidFill>
            </a:ln>
          </c:spPr>
          <c:marker>
            <c:symbol val="none"/>
          </c:marker>
          <c:xVal>
            <c:numRef>
              <c:f>Sheet1!$A$2:$A$188</c:f>
              <c:numCache>
                <c:formatCode>General</c:formatCode>
                <c:ptCount val="187"/>
                <c:pt idx="0">
                  <c:v>0.0</c:v>
                </c:pt>
                <c:pt idx="1">
                  <c:v>0.0125</c:v>
                </c:pt>
                <c:pt idx="2">
                  <c:v>0.025</c:v>
                </c:pt>
                <c:pt idx="3">
                  <c:v>0.037500000000000006</c:v>
                </c:pt>
                <c:pt idx="4">
                  <c:v>0.05</c:v>
                </c:pt>
                <c:pt idx="5">
                  <c:v>0.0625</c:v>
                </c:pt>
                <c:pt idx="6">
                  <c:v>0.07500000000000001</c:v>
                </c:pt>
                <c:pt idx="7">
                  <c:v>0.08750000000000001</c:v>
                </c:pt>
                <c:pt idx="8">
                  <c:v>0.1</c:v>
                </c:pt>
                <c:pt idx="9">
                  <c:v>0.1125</c:v>
                </c:pt>
                <c:pt idx="10">
                  <c:v>0.125</c:v>
                </c:pt>
                <c:pt idx="11">
                  <c:v>0.1375</c:v>
                </c:pt>
                <c:pt idx="12">
                  <c:v>0.15000000000000002</c:v>
                </c:pt>
                <c:pt idx="13">
                  <c:v>0.1625</c:v>
                </c:pt>
                <c:pt idx="14">
                  <c:v>0.17500000000000002</c:v>
                </c:pt>
                <c:pt idx="15">
                  <c:v>0.1875</c:v>
                </c:pt>
                <c:pt idx="16">
                  <c:v>0.2</c:v>
                </c:pt>
                <c:pt idx="17">
                  <c:v>0.21250000000000002</c:v>
                </c:pt>
                <c:pt idx="18">
                  <c:v>0.225</c:v>
                </c:pt>
                <c:pt idx="19">
                  <c:v>0.23750000000000002</c:v>
                </c:pt>
                <c:pt idx="20">
                  <c:v>0.25</c:v>
                </c:pt>
                <c:pt idx="21">
                  <c:v>0.2625</c:v>
                </c:pt>
                <c:pt idx="22">
                  <c:v>0.275</c:v>
                </c:pt>
                <c:pt idx="23">
                  <c:v>0.28750000000000003</c:v>
                </c:pt>
                <c:pt idx="24">
                  <c:v>0.30000000000000004</c:v>
                </c:pt>
                <c:pt idx="25">
                  <c:v>0.3125</c:v>
                </c:pt>
                <c:pt idx="26">
                  <c:v>0.325</c:v>
                </c:pt>
                <c:pt idx="27">
                  <c:v>0.3375</c:v>
                </c:pt>
                <c:pt idx="28">
                  <c:v>0.35000000000000003</c:v>
                </c:pt>
                <c:pt idx="29">
                  <c:v>0.36250000000000004</c:v>
                </c:pt>
                <c:pt idx="30">
                  <c:v>0.375</c:v>
                </c:pt>
                <c:pt idx="31">
                  <c:v>0.3875</c:v>
                </c:pt>
                <c:pt idx="32">
                  <c:v>0.4</c:v>
                </c:pt>
                <c:pt idx="33">
                  <c:v>0.41250000000000003</c:v>
                </c:pt>
                <c:pt idx="34">
                  <c:v>0.42500000000000004</c:v>
                </c:pt>
                <c:pt idx="35">
                  <c:v>0.4375</c:v>
                </c:pt>
                <c:pt idx="36">
                  <c:v>0.45</c:v>
                </c:pt>
                <c:pt idx="37">
                  <c:v>0.4625</c:v>
                </c:pt>
                <c:pt idx="38">
                  <c:v>0.47500000000000003</c:v>
                </c:pt>
                <c:pt idx="39">
                  <c:v>0.48750000000000004</c:v>
                </c:pt>
                <c:pt idx="40">
                  <c:v>0.5</c:v>
                </c:pt>
                <c:pt idx="41">
                  <c:v>0.5125000000000001</c:v>
                </c:pt>
                <c:pt idx="42">
                  <c:v>0.525</c:v>
                </c:pt>
                <c:pt idx="43">
                  <c:v>0.5375</c:v>
                </c:pt>
                <c:pt idx="44">
                  <c:v>0.55</c:v>
                </c:pt>
                <c:pt idx="45">
                  <c:v>0.5625</c:v>
                </c:pt>
                <c:pt idx="46">
                  <c:v>0.5750000000000001</c:v>
                </c:pt>
                <c:pt idx="47">
                  <c:v>0.5875</c:v>
                </c:pt>
                <c:pt idx="48">
                  <c:v>0.6000000000000001</c:v>
                </c:pt>
                <c:pt idx="49">
                  <c:v>0.6125</c:v>
                </c:pt>
                <c:pt idx="50">
                  <c:v>0.625</c:v>
                </c:pt>
                <c:pt idx="51">
                  <c:v>0.6375000000000001</c:v>
                </c:pt>
                <c:pt idx="52">
                  <c:v>0.65</c:v>
                </c:pt>
                <c:pt idx="53">
                  <c:v>0.6625000000000001</c:v>
                </c:pt>
                <c:pt idx="54">
                  <c:v>0.675</c:v>
                </c:pt>
                <c:pt idx="55">
                  <c:v>0.6875</c:v>
                </c:pt>
                <c:pt idx="56">
                  <c:v>0.7000000000000001</c:v>
                </c:pt>
                <c:pt idx="57">
                  <c:v>0.7125</c:v>
                </c:pt>
                <c:pt idx="58">
                  <c:v>0.7250000000000001</c:v>
                </c:pt>
                <c:pt idx="59">
                  <c:v>0.7375</c:v>
                </c:pt>
                <c:pt idx="60">
                  <c:v>0.75</c:v>
                </c:pt>
                <c:pt idx="61">
                  <c:v>0.7625000000000001</c:v>
                </c:pt>
                <c:pt idx="62">
                  <c:v>0.775</c:v>
                </c:pt>
                <c:pt idx="63">
                  <c:v>0.7875000000000001</c:v>
                </c:pt>
                <c:pt idx="64">
                  <c:v>0.8</c:v>
                </c:pt>
                <c:pt idx="65">
                  <c:v>0.8125</c:v>
                </c:pt>
                <c:pt idx="66">
                  <c:v>0.8250000000000001</c:v>
                </c:pt>
                <c:pt idx="67">
                  <c:v>0.8375</c:v>
                </c:pt>
                <c:pt idx="68">
                  <c:v>0.8500000000000001</c:v>
                </c:pt>
                <c:pt idx="69">
                  <c:v>0.8625</c:v>
                </c:pt>
                <c:pt idx="70">
                  <c:v>0.875</c:v>
                </c:pt>
                <c:pt idx="71">
                  <c:v>0.8875000000000001</c:v>
                </c:pt>
                <c:pt idx="72">
                  <c:v>0.9</c:v>
                </c:pt>
                <c:pt idx="73">
                  <c:v>0.9125000000000001</c:v>
                </c:pt>
                <c:pt idx="74">
                  <c:v>0.925</c:v>
                </c:pt>
                <c:pt idx="75">
                  <c:v>0.9375</c:v>
                </c:pt>
                <c:pt idx="76">
                  <c:v>0.9500000000000001</c:v>
                </c:pt>
                <c:pt idx="77">
                  <c:v>0.9625</c:v>
                </c:pt>
                <c:pt idx="78">
                  <c:v>0.9750000000000001</c:v>
                </c:pt>
                <c:pt idx="79">
                  <c:v>0.9875</c:v>
                </c:pt>
                <c:pt idx="80">
                  <c:v>1.0</c:v>
                </c:pt>
                <c:pt idx="81">
                  <c:v>1.0125</c:v>
                </c:pt>
                <c:pt idx="82">
                  <c:v>1.0250000000000001</c:v>
                </c:pt>
                <c:pt idx="83">
                  <c:v>1.0375</c:v>
                </c:pt>
                <c:pt idx="84">
                  <c:v>1.05</c:v>
                </c:pt>
                <c:pt idx="85">
                  <c:v>1.0625</c:v>
                </c:pt>
                <c:pt idx="86">
                  <c:v>1.075</c:v>
                </c:pt>
                <c:pt idx="87">
                  <c:v>1.0875000000000001</c:v>
                </c:pt>
                <c:pt idx="88">
                  <c:v>1.1</c:v>
                </c:pt>
                <c:pt idx="89">
                  <c:v>1.1125</c:v>
                </c:pt>
                <c:pt idx="90">
                  <c:v>1.125</c:v>
                </c:pt>
                <c:pt idx="91">
                  <c:v>1.1375</c:v>
                </c:pt>
                <c:pt idx="92">
                  <c:v>1.1500000000000001</c:v>
                </c:pt>
                <c:pt idx="93">
                  <c:v>1.1625</c:v>
                </c:pt>
                <c:pt idx="94">
                  <c:v>1.175</c:v>
                </c:pt>
                <c:pt idx="95">
                  <c:v>1.1875</c:v>
                </c:pt>
                <c:pt idx="96">
                  <c:v>1.2000000000000002</c:v>
                </c:pt>
                <c:pt idx="97">
                  <c:v>1.2125000000000001</c:v>
                </c:pt>
                <c:pt idx="98">
                  <c:v>1.225</c:v>
                </c:pt>
                <c:pt idx="99">
                  <c:v>1.2375</c:v>
                </c:pt>
                <c:pt idx="100">
                  <c:v>1.25</c:v>
                </c:pt>
                <c:pt idx="101">
                  <c:v>1.2625000000000002</c:v>
                </c:pt>
                <c:pt idx="102">
                  <c:v>1.2750000000000001</c:v>
                </c:pt>
                <c:pt idx="103">
                  <c:v>1.2875</c:v>
                </c:pt>
                <c:pt idx="104">
                  <c:v>1.3</c:v>
                </c:pt>
                <c:pt idx="105">
                  <c:v>1.3125</c:v>
                </c:pt>
                <c:pt idx="106">
                  <c:v>1.3250000000000002</c:v>
                </c:pt>
                <c:pt idx="107">
                  <c:v>1.3375000000000001</c:v>
                </c:pt>
                <c:pt idx="108">
                  <c:v>1.35</c:v>
                </c:pt>
                <c:pt idx="109">
                  <c:v>1.3625</c:v>
                </c:pt>
                <c:pt idx="110">
                  <c:v>1.375</c:v>
                </c:pt>
                <c:pt idx="111">
                  <c:v>1.3875000000000002</c:v>
                </c:pt>
                <c:pt idx="112">
                  <c:v>1.4000000000000001</c:v>
                </c:pt>
                <c:pt idx="113">
                  <c:v>1.4125</c:v>
                </c:pt>
                <c:pt idx="114">
                  <c:v>1.425</c:v>
                </c:pt>
                <c:pt idx="115">
                  <c:v>1.4375</c:v>
                </c:pt>
                <c:pt idx="116">
                  <c:v>1.4500000000000002</c:v>
                </c:pt>
                <c:pt idx="117">
                  <c:v>1.4625000000000001</c:v>
                </c:pt>
                <c:pt idx="118">
                  <c:v>1.475</c:v>
                </c:pt>
                <c:pt idx="119">
                  <c:v>1.4875</c:v>
                </c:pt>
                <c:pt idx="120">
                  <c:v>1.5</c:v>
                </c:pt>
                <c:pt idx="121">
                  <c:v>1.5125000000000002</c:v>
                </c:pt>
                <c:pt idx="122">
                  <c:v>1.5250000000000001</c:v>
                </c:pt>
                <c:pt idx="123">
                  <c:v>1.5375</c:v>
                </c:pt>
                <c:pt idx="124">
                  <c:v>1.55</c:v>
                </c:pt>
                <c:pt idx="125">
                  <c:v>1.5625</c:v>
                </c:pt>
                <c:pt idx="126">
                  <c:v>1.5750000000000002</c:v>
                </c:pt>
                <c:pt idx="127">
                  <c:v>1.5875000000000001</c:v>
                </c:pt>
                <c:pt idx="128">
                  <c:v>1.6</c:v>
                </c:pt>
                <c:pt idx="129">
                  <c:v>1.6125</c:v>
                </c:pt>
                <c:pt idx="130">
                  <c:v>1.625</c:v>
                </c:pt>
                <c:pt idx="131">
                  <c:v>1.6375000000000002</c:v>
                </c:pt>
                <c:pt idx="132">
                  <c:v>1.6500000000000001</c:v>
                </c:pt>
                <c:pt idx="133">
                  <c:v>1.6625</c:v>
                </c:pt>
                <c:pt idx="134">
                  <c:v>1.675</c:v>
                </c:pt>
                <c:pt idx="135">
                  <c:v>1.6875</c:v>
                </c:pt>
                <c:pt idx="136">
                  <c:v>1.7000000000000002</c:v>
                </c:pt>
                <c:pt idx="137">
                  <c:v>1.7125000000000001</c:v>
                </c:pt>
                <c:pt idx="138">
                  <c:v>1.725</c:v>
                </c:pt>
                <c:pt idx="139">
                  <c:v>1.7375</c:v>
                </c:pt>
                <c:pt idx="140">
                  <c:v>1.75</c:v>
                </c:pt>
                <c:pt idx="141">
                  <c:v>1.7625000000000002</c:v>
                </c:pt>
                <c:pt idx="142">
                  <c:v>1.7750000000000001</c:v>
                </c:pt>
                <c:pt idx="143">
                  <c:v>1.7875</c:v>
                </c:pt>
                <c:pt idx="144">
                  <c:v>1.8</c:v>
                </c:pt>
                <c:pt idx="145">
                  <c:v>1.8125</c:v>
                </c:pt>
                <c:pt idx="146">
                  <c:v>1.8250000000000002</c:v>
                </c:pt>
                <c:pt idx="147">
                  <c:v>1.8375000000000001</c:v>
                </c:pt>
                <c:pt idx="148">
                  <c:v>1.85</c:v>
                </c:pt>
                <c:pt idx="149">
                  <c:v>1.8625</c:v>
                </c:pt>
                <c:pt idx="150">
                  <c:v>1.875</c:v>
                </c:pt>
                <c:pt idx="151">
                  <c:v>1.8875000000000002</c:v>
                </c:pt>
                <c:pt idx="152">
                  <c:v>1.9000000000000001</c:v>
                </c:pt>
                <c:pt idx="153">
                  <c:v>1.9125</c:v>
                </c:pt>
                <c:pt idx="154">
                  <c:v>1.925</c:v>
                </c:pt>
                <c:pt idx="155">
                  <c:v>1.9375</c:v>
                </c:pt>
                <c:pt idx="156">
                  <c:v>1.9500000000000002</c:v>
                </c:pt>
                <c:pt idx="157">
                  <c:v>1.9625000000000001</c:v>
                </c:pt>
                <c:pt idx="158">
                  <c:v>1.975</c:v>
                </c:pt>
                <c:pt idx="159">
                  <c:v>1.9875</c:v>
                </c:pt>
                <c:pt idx="160">
                  <c:v>2.0</c:v>
                </c:pt>
                <c:pt idx="161">
                  <c:v>2.0125</c:v>
                </c:pt>
                <c:pt idx="162">
                  <c:v>2.025</c:v>
                </c:pt>
                <c:pt idx="163">
                  <c:v>2.0375</c:v>
                </c:pt>
                <c:pt idx="164">
                  <c:v>2.0500000000000003</c:v>
                </c:pt>
                <c:pt idx="165">
                  <c:v>2.0625</c:v>
                </c:pt>
                <c:pt idx="166">
                  <c:v>2.075</c:v>
                </c:pt>
                <c:pt idx="167">
                  <c:v>2.0875</c:v>
                </c:pt>
                <c:pt idx="168">
                  <c:v>2.1</c:v>
                </c:pt>
                <c:pt idx="169">
                  <c:v>2.1125000000000003</c:v>
                </c:pt>
                <c:pt idx="170">
                  <c:v>2.125</c:v>
                </c:pt>
                <c:pt idx="171">
                  <c:v>2.1375</c:v>
                </c:pt>
                <c:pt idx="172">
                  <c:v>2.15</c:v>
                </c:pt>
                <c:pt idx="173">
                  <c:v>2.1625</c:v>
                </c:pt>
                <c:pt idx="174">
                  <c:v>2.1750000000000003</c:v>
                </c:pt>
                <c:pt idx="175">
                  <c:v>2.1875</c:v>
                </c:pt>
                <c:pt idx="176">
                  <c:v>2.2</c:v>
                </c:pt>
                <c:pt idx="177">
                  <c:v>2.2125</c:v>
                </c:pt>
                <c:pt idx="178">
                  <c:v>2.225</c:v>
                </c:pt>
                <c:pt idx="179">
                  <c:v>2.2375000000000003</c:v>
                </c:pt>
                <c:pt idx="180">
                  <c:v>2.25</c:v>
                </c:pt>
                <c:pt idx="181">
                  <c:v>2.2625</c:v>
                </c:pt>
                <c:pt idx="182">
                  <c:v>2.275</c:v>
                </c:pt>
                <c:pt idx="183">
                  <c:v>2.2875</c:v>
                </c:pt>
                <c:pt idx="184">
                  <c:v>2.3000000000000003</c:v>
                </c:pt>
                <c:pt idx="185">
                  <c:v>2.3125</c:v>
                </c:pt>
                <c:pt idx="186">
                  <c:v>2.325</c:v>
                </c:pt>
              </c:numCache>
            </c:numRef>
          </c:xVal>
          <c:yVal>
            <c:numRef>
              <c:f>Sheet1!$B$2:$B$188</c:f>
              <c:numCache>
                <c:formatCode>General</c:formatCode>
                <c:ptCount val="187"/>
                <c:pt idx="0">
                  <c:v>0.0</c:v>
                </c:pt>
                <c:pt idx="1">
                  <c:v>0.1042270716423719</c:v>
                </c:pt>
                <c:pt idx="2">
                  <c:v>0.20845448818905785</c:v>
                </c:pt>
                <c:pt idx="3">
                  <c:v>0.31268259455424313</c:v>
                </c:pt>
                <c:pt idx="4">
                  <c:v>0.4169117356744786</c:v>
                </c:pt>
                <c:pt idx="5">
                  <c:v>0.5211422565152298</c:v>
                </c:pt>
                <c:pt idx="6">
                  <c:v>0.6253745020836635</c:v>
                </c:pt>
                <c:pt idx="7">
                  <c:v>0.7296088174394356</c:v>
                </c:pt>
                <c:pt idx="8">
                  <c:v>0.8338455477017331</c:v>
                </c:pt>
                <c:pt idx="9">
                  <c:v>0.9380850380632557</c:v>
                </c:pt>
                <c:pt idx="10">
                  <c:v>1.0423276337982352</c:v>
                </c:pt>
                <c:pt idx="11">
                  <c:v>1.1465736802736943</c:v>
                </c:pt>
                <c:pt idx="12">
                  <c:v>1.250823522959722</c:v>
                </c:pt>
                <c:pt idx="13">
                  <c:v>1.355077507439297</c:v>
                </c:pt>
                <c:pt idx="14">
                  <c:v>1.4593359794188847</c:v>
                </c:pt>
                <c:pt idx="15">
                  <c:v>1.5635992847389815</c:v>
                </c:pt>
                <c:pt idx="16">
                  <c:v>1.667867769384411</c:v>
                </c:pt>
                <c:pt idx="17">
                  <c:v>1.772141779494064</c:v>
                </c:pt>
                <c:pt idx="18">
                  <c:v>1.8764216613722395</c:v>
                </c:pt>
                <c:pt idx="19">
                  <c:v>1.9807077614984276</c:v>
                </c:pt>
                <c:pt idx="20">
                  <c:v>2.0850004265378206</c:v>
                </c:pt>
                <c:pt idx="21">
                  <c:v>2.1893000033518155</c:v>
                </c:pt>
                <c:pt idx="22">
                  <c:v>2.2936068390081923</c:v>
                </c:pt>
                <c:pt idx="23">
                  <c:v>2.3979212807918304</c:v>
                </c:pt>
                <c:pt idx="24">
                  <c:v>2.502243676215215</c:v>
                </c:pt>
                <c:pt idx="25">
                  <c:v>2.606574373028808</c:v>
                </c:pt>
                <c:pt idx="26">
                  <c:v>2.7109137192313053</c:v>
                </c:pt>
                <c:pt idx="27">
                  <c:v>2.8152620630809864</c:v>
                </c:pt>
                <c:pt idx="28">
                  <c:v>2.919619753104883</c:v>
                </c:pt>
                <c:pt idx="29">
                  <c:v>3.023987138110996</c:v>
                </c:pt>
                <c:pt idx="30">
                  <c:v>3.1283645671977243</c:v>
                </c:pt>
                <c:pt idx="31">
                  <c:v>3.2327523897648547</c:v>
                </c:pt>
                <c:pt idx="32">
                  <c:v>3.3371509555242453</c:v>
                </c:pt>
                <c:pt idx="33">
                  <c:v>3.441560614510266</c:v>
                </c:pt>
                <c:pt idx="34">
                  <c:v>3.5459817170909753</c:v>
                </c:pt>
                <c:pt idx="35">
                  <c:v>3.6504146139782843</c:v>
                </c:pt>
                <c:pt idx="36">
                  <c:v>3.7548596562390566</c:v>
                </c:pt>
                <c:pt idx="37">
                  <c:v>3.859317195305838</c:v>
                </c:pt>
                <c:pt idx="38">
                  <c:v>3.9637875829875484</c:v>
                </c:pt>
                <c:pt idx="39">
                  <c:v>4.068271171480696</c:v>
                </c:pt>
                <c:pt idx="40">
                  <c:v>4.172768313379791</c:v>
                </c:pt>
                <c:pt idx="41">
                  <c:v>4.277279361688292</c:v>
                </c:pt>
                <c:pt idx="42">
                  <c:v>4.381804669829915</c:v>
                </c:pt>
                <c:pt idx="43">
                  <c:v>4.486344591659592</c:v>
                </c:pt>
                <c:pt idx="44">
                  <c:v>4.590899481474064</c:v>
                </c:pt>
                <c:pt idx="45">
                  <c:v>4.695469694023246</c:v>
                </c:pt>
                <c:pt idx="46">
                  <c:v>4.800055584521345</c:v>
                </c:pt>
                <c:pt idx="47">
                  <c:v>4.904657508657973</c:v>
                </c:pt>
                <c:pt idx="48">
                  <c:v>5.009275822609209</c:v>
                </c:pt>
                <c:pt idx="49">
                  <c:v>5.11391088304896</c:v>
                </c:pt>
                <c:pt idx="50">
                  <c:v>5.2185630471600115</c:v>
                </c:pt>
                <c:pt idx="51">
                  <c:v>5.323232672645731</c:v>
                </c:pt>
                <c:pt idx="52">
                  <c:v>5.427920117740823</c:v>
                </c:pt>
                <c:pt idx="53">
                  <c:v>5.532625741223406</c:v>
                </c:pt>
                <c:pt idx="54">
                  <c:v>5.637349902425945</c:v>
                </c:pt>
                <c:pt idx="55">
                  <c:v>5.742092961246676</c:v>
                </c:pt>
                <c:pt idx="56">
                  <c:v>5.846855278161745</c:v>
                </c:pt>
                <c:pt idx="57">
                  <c:v>5.951637214236287</c:v>
                </c:pt>
                <c:pt idx="58">
                  <c:v>6.0564391311361785</c:v>
                </c:pt>
                <c:pt idx="59">
                  <c:v>6.161261391139739</c:v>
                </c:pt>
                <c:pt idx="60">
                  <c:v>6.266104357149398</c:v>
                </c:pt>
                <c:pt idx="61">
                  <c:v>6.370968392703777</c:v>
                </c:pt>
                <c:pt idx="62">
                  <c:v>6.4758538619891315</c:v>
                </c:pt>
                <c:pt idx="63">
                  <c:v>6.58076112985145</c:v>
                </c:pt>
                <c:pt idx="64">
                  <c:v>6.685690561808642</c:v>
                </c:pt>
                <c:pt idx="65">
                  <c:v>6.790642524062103</c:v>
                </c:pt>
                <c:pt idx="66">
                  <c:v>6.895617383509112</c:v>
                </c:pt>
                <c:pt idx="67">
                  <c:v>7.000615507754979</c:v>
                </c:pt>
                <c:pt idx="68">
                  <c:v>7.105637265125065</c:v>
                </c:pt>
                <c:pt idx="69">
                  <c:v>7.210683024677309</c:v>
                </c:pt>
                <c:pt idx="70">
                  <c:v>7.315753156214198</c:v>
                </c:pt>
                <c:pt idx="71">
                  <c:v>7.420848030295493</c:v>
                </c:pt>
                <c:pt idx="72">
                  <c:v>7.5259680182506195</c:v>
                </c:pt>
                <c:pt idx="73">
                  <c:v>7.631113492191018</c:v>
                </c:pt>
                <c:pt idx="74">
                  <c:v>7.736284825023038</c:v>
                </c:pt>
                <c:pt idx="75">
                  <c:v>7.841482390460284</c:v>
                </c:pt>
                <c:pt idx="76">
                  <c:v>7.946706563036695</c:v>
                </c:pt>
                <c:pt idx="77">
                  <c:v>8.051957718119146</c:v>
                </c:pt>
                <c:pt idx="78">
                  <c:v>8.157236231920367</c:v>
                </c:pt>
                <c:pt idx="79">
                  <c:v>8.262542481511867</c:v>
                </c:pt>
                <c:pt idx="80">
                  <c:v>8.367876844837173</c:v>
                </c:pt>
                <c:pt idx="81">
                  <c:v>8.473239700724745</c:v>
                </c:pt>
                <c:pt idx="82">
                  <c:v>8.578631428901184</c:v>
                </c:pt>
                <c:pt idx="83">
                  <c:v>8.68405241000469</c:v>
                </c:pt>
                <c:pt idx="84">
                  <c:v>8.789503025598265</c:v>
                </c:pt>
                <c:pt idx="85">
                  <c:v>8.894983658183293</c:v>
                </c:pt>
                <c:pt idx="86">
                  <c:v>9.000494691212854</c:v>
                </c:pt>
                <c:pt idx="87">
                  <c:v>9.106036509105609</c:v>
                </c:pt>
                <c:pt idx="88">
                  <c:v>9.211609497259241</c:v>
                </c:pt>
                <c:pt idx="89">
                  <c:v>9.317214042064528</c:v>
                </c:pt>
                <c:pt idx="90">
                  <c:v>9.422850530919021</c:v>
                </c:pt>
                <c:pt idx="91">
                  <c:v>9.528519352241041</c:v>
                </c:pt>
                <c:pt idx="92">
                  <c:v>9.634220895483834</c:v>
                </c:pt>
                <c:pt idx="93">
                  <c:v>9.739955551149716</c:v>
                </c:pt>
                <c:pt idx="94">
                  <c:v>9.84572371080428</c:v>
                </c:pt>
                <c:pt idx="95">
                  <c:v>9.951525767090901</c:v>
                </c:pt>
                <c:pt idx="96">
                  <c:v>10.057362113745011</c:v>
                </c:pt>
                <c:pt idx="97">
                  <c:v>10.163233145608768</c:v>
                </c:pt>
                <c:pt idx="98">
                  <c:v>10.269139258645662</c:v>
                </c:pt>
                <c:pt idx="99">
                  <c:v>10.375080849955395</c:v>
                </c:pt>
                <c:pt idx="100">
                  <c:v>10.481058317788689</c:v>
                </c:pt>
                <c:pt idx="101">
                  <c:v>10.587072061562257</c:v>
                </c:pt>
                <c:pt idx="102">
                  <c:v>10.693122481873903</c:v>
                </c:pt>
                <c:pt idx="103">
                  <c:v>10.79920998051774</c:v>
                </c:pt>
                <c:pt idx="104">
                  <c:v>10.905334960499571</c:v>
                </c:pt>
                <c:pt idx="105">
                  <c:v>11.01149782605219</c:v>
                </c:pt>
                <c:pt idx="106">
                  <c:v>11.11769898265107</c:v>
                </c:pt>
                <c:pt idx="107">
                  <c:v>11.22393883702988</c:v>
                </c:pt>
                <c:pt idx="108">
                  <c:v>11.33021779719641</c:v>
                </c:pt>
                <c:pt idx="109">
                  <c:v>11.436536272448484</c:v>
                </c:pt>
                <c:pt idx="110">
                  <c:v>11.54289467338984</c:v>
                </c:pt>
                <c:pt idx="111">
                  <c:v>11.649293411946527</c:v>
                </c:pt>
                <c:pt idx="112">
                  <c:v>11.755732901382979</c:v>
                </c:pt>
                <c:pt idx="113">
                  <c:v>11.862213556318544</c:v>
                </c:pt>
                <c:pt idx="114">
                  <c:v>11.96873579274401</c:v>
                </c:pt>
                <c:pt idx="115">
                  <c:v>12.075300028038313</c:v>
                </c:pt>
                <c:pt idx="116">
                  <c:v>12.181906680985344</c:v>
                </c:pt>
                <c:pt idx="117">
                  <c:v>12.288556171790782</c:v>
                </c:pt>
                <c:pt idx="118">
                  <c:v>12.395248922099377</c:v>
                </c:pt>
                <c:pt idx="119">
                  <c:v>12.501985355012122</c:v>
                </c:pt>
                <c:pt idx="120">
                  <c:v>12.608765895103634</c:v>
                </c:pt>
                <c:pt idx="121">
                  <c:v>12.715590968439637</c:v>
                </c:pt>
                <c:pt idx="122">
                  <c:v>12.82246100259473</c:v>
                </c:pt>
                <c:pt idx="123">
                  <c:v>12.929376426670087</c:v>
                </c:pt>
                <c:pt idx="124">
                  <c:v>13.036337671311621</c:v>
                </c:pt>
                <c:pt idx="125">
                  <c:v>13.14334516872791</c:v>
                </c:pt>
                <c:pt idx="126">
                  <c:v>13.250399352708657</c:v>
                </c:pt>
                <c:pt idx="127">
                  <c:v>13.357500658643048</c:v>
                </c:pt>
                <c:pt idx="128">
                  <c:v>13.464649523538412</c:v>
                </c:pt>
                <c:pt idx="129">
                  <c:v>13.571846386038926</c:v>
                </c:pt>
                <c:pt idx="130">
                  <c:v>13.679091686444686</c:v>
                </c:pt>
                <c:pt idx="131">
                  <c:v>13.78638586673073</c:v>
                </c:pt>
                <c:pt idx="132">
                  <c:v>13.893729370566373</c:v>
                </c:pt>
                <c:pt idx="133">
                  <c:v>14.001122643334599</c:v>
                </c:pt>
                <c:pt idx="134">
                  <c:v>14.108566132151726</c:v>
                </c:pt>
                <c:pt idx="135">
                  <c:v>14.216060285887282</c:v>
                </c:pt>
                <c:pt idx="136">
                  <c:v>14.32360555518404</c:v>
                </c:pt>
                <c:pt idx="137">
                  <c:v>14.431202392477983</c:v>
                </c:pt>
                <c:pt idx="138">
                  <c:v>14.53885125201891</c:v>
                </c:pt>
                <c:pt idx="139">
                  <c:v>14.64655258989091</c:v>
                </c:pt>
                <c:pt idx="140">
                  <c:v>14.754306864033074</c:v>
                </c:pt>
                <c:pt idx="141">
                  <c:v>14.862114534260538</c:v>
                </c:pt>
                <c:pt idx="142">
                  <c:v>14.969976062285625</c:v>
                </c:pt>
                <c:pt idx="143">
                  <c:v>15.077891911739078</c:v>
                </c:pt>
                <c:pt idx="144">
                  <c:v>15.185862548191826</c:v>
                </c:pt>
                <c:pt idx="145">
                  <c:v>15.29388843917656</c:v>
                </c:pt>
                <c:pt idx="146">
                  <c:v>15.401970054209844</c:v>
                </c:pt>
                <c:pt idx="147">
                  <c:v>15.51010786481425</c:v>
                </c:pt>
                <c:pt idx="148">
                  <c:v>15.618302344540757</c:v>
                </c:pt>
                <c:pt idx="149">
                  <c:v>15.726553968991437</c:v>
                </c:pt>
                <c:pt idx="150">
                  <c:v>15.8348632158423</c:v>
                </c:pt>
                <c:pt idx="151">
                  <c:v>15.943230564866257</c:v>
                </c:pt>
                <c:pt idx="152">
                  <c:v>16.051656497956646</c:v>
                </c:pt>
                <c:pt idx="153">
                  <c:v>16.160141499150612</c:v>
                </c:pt>
                <c:pt idx="154">
                  <c:v>16.26868605465304</c:v>
                </c:pt>
                <c:pt idx="155">
                  <c:v>16.37729065286037</c:v>
                </c:pt>
                <c:pt idx="156">
                  <c:v>16.485955784385155</c:v>
                </c:pt>
                <c:pt idx="157">
                  <c:v>16.59468194208031</c:v>
                </c:pt>
                <c:pt idx="158">
                  <c:v>16.703469621064126</c:v>
                </c:pt>
                <c:pt idx="159">
                  <c:v>16.81231931874507</c:v>
                </c:pt>
                <c:pt idx="160">
                  <c:v>16.921231534847326</c:v>
                </c:pt>
                <c:pt idx="161">
                  <c:v>17.030206771436145</c:v>
                </c:pt>
                <c:pt idx="162">
                  <c:v>17.139245532943754</c:v>
                </c:pt>
                <c:pt idx="163">
                  <c:v>17.248348326195455</c:v>
                </c:pt>
                <c:pt idx="164">
                  <c:v>17.35751566043602</c:v>
                </c:pt>
                <c:pt idx="165">
                  <c:v>17.466748047356234</c:v>
                </c:pt>
                <c:pt idx="166">
                  <c:v>17.57604600111995</c:v>
                </c:pt>
                <c:pt idx="167">
                  <c:v>17.685410038391325</c:v>
                </c:pt>
                <c:pt idx="168">
                  <c:v>17.794840678362196</c:v>
                </c:pt>
                <c:pt idx="169">
                  <c:v>17.904338442780052</c:v>
                </c:pt>
                <c:pt idx="170">
                  <c:v>18.01390385597603</c:v>
                </c:pt>
                <c:pt idx="171">
                  <c:v>18.123537444893525</c:v>
                </c:pt>
                <c:pt idx="172">
                  <c:v>18.233239739116808</c:v>
                </c:pt>
                <c:pt idx="173">
                  <c:v>18.34301127089998</c:v>
                </c:pt>
                <c:pt idx="174">
                  <c:v>18.452852575196548</c:v>
                </c:pt>
                <c:pt idx="175">
                  <c:v>18.562764189688952</c:v>
                </c:pt>
                <c:pt idx="176">
                  <c:v>18.672746654818805</c:v>
                </c:pt>
                <c:pt idx="177">
                  <c:v>18.782800513817136</c:v>
                </c:pt>
                <c:pt idx="178">
                  <c:v>18.892926312734847</c:v>
                </c:pt>
                <c:pt idx="179">
                  <c:v>19.00312460047426</c:v>
                </c:pt>
                <c:pt idx="180">
                  <c:v>19.113395928820182</c:v>
                </c:pt>
                <c:pt idx="181">
                  <c:v>19.223740852471874</c:v>
                </c:pt>
                <c:pt idx="182">
                  <c:v>19.334159929075078</c:v>
                </c:pt>
                <c:pt idx="183">
                  <c:v>19.444653719254337</c:v>
                </c:pt>
                <c:pt idx="184">
                  <c:v>19.555222786646215</c:v>
                </c:pt>
                <c:pt idx="185">
                  <c:v>19.66586769793258</c:v>
                </c:pt>
                <c:pt idx="186">
                  <c:v>19.77658902287432</c:v>
                </c:pt>
              </c:numCache>
            </c:numRef>
          </c:yVal>
          <c:smooth val="0"/>
        </c:ser>
        <c:ser>
          <c:idx val="1"/>
          <c:order val="1"/>
          <c:tx>
            <c:strRef>
              <c:f>Sheet1!$B$190</c:f>
              <c:strCache>
                <c:ptCount val="1"/>
                <c:pt idx="0">
                  <c:v>0.10 m, 0°</c:v>
                </c:pt>
              </c:strCache>
            </c:strRef>
          </c:tx>
          <c:spPr>
            <a:ln w="22225">
              <a:solidFill>
                <a:srgbClr val="0C8B96"/>
              </a:solidFill>
            </a:ln>
          </c:spPr>
          <c:marker>
            <c:symbol val="none"/>
          </c:marker>
          <c:xVal>
            <c:numRef>
              <c:f>Sheet1!$A$191:$A$354</c:f>
              <c:numCache>
                <c:formatCode>General</c:formatCode>
                <c:ptCount val="164"/>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pt idx="81">
                  <c:v>2.025</c:v>
                </c:pt>
                <c:pt idx="82">
                  <c:v>2.0500000000000003</c:v>
                </c:pt>
                <c:pt idx="83">
                  <c:v>2.075</c:v>
                </c:pt>
                <c:pt idx="84">
                  <c:v>2.1</c:v>
                </c:pt>
                <c:pt idx="85">
                  <c:v>2.125</c:v>
                </c:pt>
                <c:pt idx="86">
                  <c:v>2.15</c:v>
                </c:pt>
                <c:pt idx="87">
                  <c:v>2.1750000000000003</c:v>
                </c:pt>
                <c:pt idx="88">
                  <c:v>2.2</c:v>
                </c:pt>
                <c:pt idx="89">
                  <c:v>2.225</c:v>
                </c:pt>
                <c:pt idx="90">
                  <c:v>2.25</c:v>
                </c:pt>
                <c:pt idx="91">
                  <c:v>2.275</c:v>
                </c:pt>
                <c:pt idx="92">
                  <c:v>2.3000000000000003</c:v>
                </c:pt>
                <c:pt idx="93">
                  <c:v>2.325</c:v>
                </c:pt>
                <c:pt idx="94">
                  <c:v>2.35</c:v>
                </c:pt>
                <c:pt idx="95">
                  <c:v>2.375</c:v>
                </c:pt>
                <c:pt idx="96">
                  <c:v>2.4000000000000004</c:v>
                </c:pt>
                <c:pt idx="97">
                  <c:v>2.4250000000000003</c:v>
                </c:pt>
                <c:pt idx="98">
                  <c:v>2.45</c:v>
                </c:pt>
                <c:pt idx="99">
                  <c:v>2.475</c:v>
                </c:pt>
                <c:pt idx="100">
                  <c:v>2.5</c:v>
                </c:pt>
                <c:pt idx="101">
                  <c:v>2.5250000000000004</c:v>
                </c:pt>
                <c:pt idx="102">
                  <c:v>2.5500000000000003</c:v>
                </c:pt>
                <c:pt idx="103">
                  <c:v>2.575</c:v>
                </c:pt>
                <c:pt idx="104">
                  <c:v>2.6</c:v>
                </c:pt>
                <c:pt idx="105">
                  <c:v>2.625</c:v>
                </c:pt>
                <c:pt idx="106">
                  <c:v>2.6500000000000004</c:v>
                </c:pt>
                <c:pt idx="107">
                  <c:v>2.6750000000000003</c:v>
                </c:pt>
                <c:pt idx="108">
                  <c:v>2.7</c:v>
                </c:pt>
                <c:pt idx="109">
                  <c:v>2.725</c:v>
                </c:pt>
                <c:pt idx="110">
                  <c:v>2.75</c:v>
                </c:pt>
                <c:pt idx="111">
                  <c:v>2.7750000000000004</c:v>
                </c:pt>
                <c:pt idx="112">
                  <c:v>2.8000000000000003</c:v>
                </c:pt>
                <c:pt idx="113">
                  <c:v>2.825</c:v>
                </c:pt>
                <c:pt idx="114">
                  <c:v>2.85</c:v>
                </c:pt>
                <c:pt idx="115">
                  <c:v>2.875</c:v>
                </c:pt>
                <c:pt idx="116">
                  <c:v>2.9000000000000004</c:v>
                </c:pt>
                <c:pt idx="117">
                  <c:v>2.9250000000000003</c:v>
                </c:pt>
                <c:pt idx="118">
                  <c:v>2.95</c:v>
                </c:pt>
                <c:pt idx="119">
                  <c:v>2.975</c:v>
                </c:pt>
                <c:pt idx="120">
                  <c:v>3.0</c:v>
                </c:pt>
                <c:pt idx="121">
                  <c:v>3.0250000000000004</c:v>
                </c:pt>
                <c:pt idx="122">
                  <c:v>3.0500000000000003</c:v>
                </c:pt>
                <c:pt idx="123">
                  <c:v>3.075</c:v>
                </c:pt>
                <c:pt idx="124">
                  <c:v>3.1</c:v>
                </c:pt>
                <c:pt idx="125">
                  <c:v>3.125</c:v>
                </c:pt>
                <c:pt idx="126">
                  <c:v>3.1500000000000004</c:v>
                </c:pt>
                <c:pt idx="127">
                  <c:v>3.1750000000000003</c:v>
                </c:pt>
                <c:pt idx="128">
                  <c:v>3.2</c:v>
                </c:pt>
                <c:pt idx="129">
                  <c:v>3.225</c:v>
                </c:pt>
                <c:pt idx="130">
                  <c:v>3.25</c:v>
                </c:pt>
                <c:pt idx="131">
                  <c:v>3.2750000000000004</c:v>
                </c:pt>
                <c:pt idx="132">
                  <c:v>3.3000000000000003</c:v>
                </c:pt>
                <c:pt idx="133">
                  <c:v>3.325</c:v>
                </c:pt>
                <c:pt idx="134">
                  <c:v>3.35</c:v>
                </c:pt>
                <c:pt idx="135">
                  <c:v>3.375</c:v>
                </c:pt>
                <c:pt idx="136">
                  <c:v>3.4000000000000004</c:v>
                </c:pt>
                <c:pt idx="137">
                  <c:v>3.4250000000000003</c:v>
                </c:pt>
                <c:pt idx="138">
                  <c:v>3.45</c:v>
                </c:pt>
                <c:pt idx="139">
                  <c:v>3.475</c:v>
                </c:pt>
                <c:pt idx="140">
                  <c:v>3.5</c:v>
                </c:pt>
                <c:pt idx="141">
                  <c:v>3.5250000000000004</c:v>
                </c:pt>
                <c:pt idx="142">
                  <c:v>3.5500000000000003</c:v>
                </c:pt>
                <c:pt idx="143">
                  <c:v>3.575</c:v>
                </c:pt>
                <c:pt idx="144">
                  <c:v>3.6</c:v>
                </c:pt>
                <c:pt idx="145">
                  <c:v>3.625</c:v>
                </c:pt>
                <c:pt idx="146">
                  <c:v>3.6500000000000004</c:v>
                </c:pt>
                <c:pt idx="147">
                  <c:v>3.6750000000000003</c:v>
                </c:pt>
                <c:pt idx="148">
                  <c:v>3.7</c:v>
                </c:pt>
                <c:pt idx="149">
                  <c:v>3.725</c:v>
                </c:pt>
                <c:pt idx="150">
                  <c:v>3.75</c:v>
                </c:pt>
                <c:pt idx="151">
                  <c:v>3.7750000000000004</c:v>
                </c:pt>
                <c:pt idx="152">
                  <c:v>3.8000000000000003</c:v>
                </c:pt>
                <c:pt idx="153">
                  <c:v>3.825</c:v>
                </c:pt>
                <c:pt idx="154">
                  <c:v>3.85</c:v>
                </c:pt>
                <c:pt idx="155">
                  <c:v>3.875</c:v>
                </c:pt>
                <c:pt idx="156">
                  <c:v>3.9000000000000004</c:v>
                </c:pt>
                <c:pt idx="157">
                  <c:v>3.9250000000000003</c:v>
                </c:pt>
                <c:pt idx="158">
                  <c:v>3.95</c:v>
                </c:pt>
                <c:pt idx="159">
                  <c:v>3.975</c:v>
                </c:pt>
                <c:pt idx="160">
                  <c:v>4.0</c:v>
                </c:pt>
                <c:pt idx="161">
                  <c:v>4.025</c:v>
                </c:pt>
                <c:pt idx="162">
                  <c:v>4.05</c:v>
                </c:pt>
                <c:pt idx="163">
                  <c:v>4.075</c:v>
                </c:pt>
              </c:numCache>
            </c:numRef>
          </c:xVal>
          <c:yVal>
            <c:numRef>
              <c:f>Sheet1!$B$191:$B$354</c:f>
              <c:numCache>
                <c:formatCode>General</c:formatCode>
                <c:ptCount val="164"/>
                <c:pt idx="0">
                  <c:v>0.0</c:v>
                </c:pt>
                <c:pt idx="1">
                  <c:v>0.20845448818905785</c:v>
                </c:pt>
                <c:pt idx="2">
                  <c:v>0.4169117356744786</c:v>
                </c:pt>
                <c:pt idx="3">
                  <c:v>0.6253745020836635</c:v>
                </c:pt>
                <c:pt idx="4">
                  <c:v>0.8338455477017331</c:v>
                </c:pt>
                <c:pt idx="5">
                  <c:v>1.0423276337978855</c:v>
                </c:pt>
                <c:pt idx="6">
                  <c:v>1.2508235229594307</c:v>
                </c:pt>
                <c:pt idx="7">
                  <c:v>1.4593359794186347</c:v>
                </c:pt>
                <c:pt idx="8">
                  <c:v>1.6678677693841928</c:v>
                </c:pt>
                <c:pt idx="9">
                  <c:v>1.8764216613724338</c:v>
                </c:pt>
                <c:pt idx="10">
                  <c:v>2.08500042653817</c:v>
                </c:pt>
                <c:pt idx="11">
                  <c:v>2.2936068390083513</c:v>
                </c:pt>
                <c:pt idx="12">
                  <c:v>2.502243676215215</c:v>
                </c:pt>
                <c:pt idx="13">
                  <c:v>2.710913719231036</c:v>
                </c:pt>
                <c:pt idx="14">
                  <c:v>2.9196197531043833</c:v>
                </c:pt>
                <c:pt idx="15">
                  <c:v>3.1283645671973743</c:v>
                </c:pt>
                <c:pt idx="16">
                  <c:v>3.3371509555240264</c:v>
                </c:pt>
                <c:pt idx="17">
                  <c:v>3.5459817170909753</c:v>
                </c:pt>
                <c:pt idx="18">
                  <c:v>3.754859656239154</c:v>
                </c:pt>
                <c:pt idx="19">
                  <c:v>3.9637875829879166</c:v>
                </c:pt>
                <c:pt idx="20">
                  <c:v>4.17276831338014</c:v>
                </c:pt>
                <c:pt idx="21">
                  <c:v>4.3818046698303315</c:v>
                </c:pt>
                <c:pt idx="22">
                  <c:v>4.5908994814743815</c:v>
                </c:pt>
                <c:pt idx="23">
                  <c:v>4.800055584521648</c:v>
                </c:pt>
                <c:pt idx="24">
                  <c:v>5.009275822609355</c:v>
                </c:pt>
                <c:pt idx="25">
                  <c:v>5.2185630471600115</c:v>
                </c:pt>
                <c:pt idx="26">
                  <c:v>5.427920117740688</c:v>
                </c:pt>
                <c:pt idx="27">
                  <c:v>5.637349902425556</c:v>
                </c:pt>
                <c:pt idx="28">
                  <c:v>5.846855278161432</c:v>
                </c:pt>
                <c:pt idx="29">
                  <c:v>6.056439131135937</c:v>
                </c:pt>
                <c:pt idx="30">
                  <c:v>6.266104357149281</c:v>
                </c:pt>
                <c:pt idx="31">
                  <c:v>6.475853861989075</c:v>
                </c:pt>
                <c:pt idx="32">
                  <c:v>6.685690561808642</c:v>
                </c:pt>
                <c:pt idx="33">
                  <c:v>6.895617383509218</c:v>
                </c:pt>
                <c:pt idx="34">
                  <c:v>7.105637265125219</c:v>
                </c:pt>
                <c:pt idx="35">
                  <c:v>7.315753156214298</c:v>
                </c:pt>
                <c:pt idx="36">
                  <c:v>7.525968018250669</c:v>
                </c:pt>
                <c:pt idx="37">
                  <c:v>7.736284825022991</c:v>
                </c:pt>
                <c:pt idx="38">
                  <c:v>7.946706563036649</c:v>
                </c:pt>
                <c:pt idx="39">
                  <c:v>8.157236231920187</c:v>
                </c:pt>
                <c:pt idx="40">
                  <c:v>8.367876844836868</c:v>
                </c:pt>
                <c:pt idx="41">
                  <c:v>8.578631428900758</c:v>
                </c:pt>
                <c:pt idx="42">
                  <c:v>8.789503025597888</c:v>
                </c:pt>
                <c:pt idx="43">
                  <c:v>9.000494691212527</c:v>
                </c:pt>
                <c:pt idx="44">
                  <c:v>9.211609497258962</c:v>
                </c:pt>
                <c:pt idx="45">
                  <c:v>9.42285053091875</c:v>
                </c:pt>
                <c:pt idx="46">
                  <c:v>9.634220895483569</c:v>
                </c:pt>
                <c:pt idx="47">
                  <c:v>9.84572371080402</c:v>
                </c:pt>
                <c:pt idx="48">
                  <c:v>10.057362113744682</c:v>
                </c:pt>
                <c:pt idx="49">
                  <c:v>10.269139258645232</c:v>
                </c:pt>
                <c:pt idx="50">
                  <c:v>10.481058317788234</c:v>
                </c:pt>
                <c:pt idx="51">
                  <c:v>10.693122481873424</c:v>
                </c:pt>
                <c:pt idx="52">
                  <c:v>10.905334960499067</c:v>
                </c:pt>
                <c:pt idx="53">
                  <c:v>11.117698982650477</c:v>
                </c:pt>
                <c:pt idx="54">
                  <c:v>11.330217797195795</c:v>
                </c:pt>
                <c:pt idx="55">
                  <c:v>11.542894673389235</c:v>
                </c:pt>
                <c:pt idx="56">
                  <c:v>11.755732901382386</c:v>
                </c:pt>
                <c:pt idx="57">
                  <c:v>11.968735792743427</c:v>
                </c:pt>
                <c:pt idx="58">
                  <c:v>12.18190668098465</c:v>
                </c:pt>
                <c:pt idx="59">
                  <c:v>12.395248922098519</c:v>
                </c:pt>
                <c:pt idx="60">
                  <c:v>12.608765895102673</c:v>
                </c:pt>
                <c:pt idx="61">
                  <c:v>12.822461002593613</c:v>
                </c:pt>
                <c:pt idx="62">
                  <c:v>13.036337671310408</c:v>
                </c:pt>
                <c:pt idx="63">
                  <c:v>13.250399352707381</c:v>
                </c:pt>
                <c:pt idx="64">
                  <c:v>13.464649523537075</c:v>
                </c:pt>
                <c:pt idx="65">
                  <c:v>13.679091686443341</c:v>
                </c:pt>
                <c:pt idx="66">
                  <c:v>13.89372937056502</c:v>
                </c:pt>
                <c:pt idx="67">
                  <c:v>14.108566132150342</c:v>
                </c:pt>
                <c:pt idx="68">
                  <c:v>14.323605555182679</c:v>
                </c:pt>
                <c:pt idx="69">
                  <c:v>14.538851252017542</c:v>
                </c:pt>
                <c:pt idx="70">
                  <c:v>14.754306864031674</c:v>
                </c:pt>
                <c:pt idx="71">
                  <c:v>14.96997606228417</c:v>
                </c:pt>
                <c:pt idx="72">
                  <c:v>15.185862548190295</c:v>
                </c:pt>
                <c:pt idx="73">
                  <c:v>15.401970054208215</c:v>
                </c:pt>
                <c:pt idx="74">
                  <c:v>15.618302344539007</c:v>
                </c:pt>
                <c:pt idx="75">
                  <c:v>15.834863215840342</c:v>
                </c:pt>
                <c:pt idx="76">
                  <c:v>16.05165649795446</c:v>
                </c:pt>
                <c:pt idx="77">
                  <c:v>16.268686054650566</c:v>
                </c:pt>
                <c:pt idx="78">
                  <c:v>16.485955784382423</c:v>
                </c:pt>
                <c:pt idx="79">
                  <c:v>16.70346962106116</c:v>
                </c:pt>
                <c:pt idx="80">
                  <c:v>16.921231534844136</c:v>
                </c:pt>
                <c:pt idx="81">
                  <c:v>17.1392455329403</c:v>
                </c:pt>
                <c:pt idx="82">
                  <c:v>17.357515660432227</c:v>
                </c:pt>
                <c:pt idx="83">
                  <c:v>17.5760460011158</c:v>
                </c:pt>
                <c:pt idx="84">
                  <c:v>17.79484067835772</c:v>
                </c:pt>
                <c:pt idx="85">
                  <c:v>18.013903855971318</c:v>
                </c:pt>
                <c:pt idx="86">
                  <c:v>18.233239739111948</c:v>
                </c:pt>
                <c:pt idx="87">
                  <c:v>18.452852575191525</c:v>
                </c:pt>
                <c:pt idx="88">
                  <c:v>18.67274665481358</c:v>
                </c:pt>
                <c:pt idx="89">
                  <c:v>18.89292631272907</c:v>
                </c:pt>
                <c:pt idx="90">
                  <c:v>19.11339592882059</c:v>
                </c:pt>
                <c:pt idx="91">
                  <c:v>19.33415992907523</c:v>
                </c:pt>
                <c:pt idx="92">
                  <c:v>19.55522278664654</c:v>
                </c:pt>
                <c:pt idx="93">
                  <c:v>19.77658902287462</c:v>
                </c:pt>
                <c:pt idx="94">
                  <c:v>19.998263208362996</c:v>
                </c:pt>
                <c:pt idx="95">
                  <c:v>20.220249964074156</c:v>
                </c:pt>
                <c:pt idx="96">
                  <c:v>20.44255396245108</c:v>
                </c:pt>
                <c:pt idx="97">
                  <c:v>20.665179928565358</c:v>
                </c:pt>
                <c:pt idx="98">
                  <c:v>20.888132641292955</c:v>
                </c:pt>
                <c:pt idx="99">
                  <c:v>21.111416934518683</c:v>
                </c:pt>
                <c:pt idx="100">
                  <c:v>21.335037698369646</c:v>
                </c:pt>
                <c:pt idx="101">
                  <c:v>21.558999880479533</c:v>
                </c:pt>
                <c:pt idx="102">
                  <c:v>21.7833084872838</c:v>
                </c:pt>
                <c:pt idx="103">
                  <c:v>22.00796858534745</c:v>
                </c:pt>
                <c:pt idx="104">
                  <c:v>22.232985302726316</c:v>
                </c:pt>
                <c:pt idx="105">
                  <c:v>22.45836383036264</c:v>
                </c:pt>
                <c:pt idx="106">
                  <c:v>22.684109423516514</c:v>
                </c:pt>
                <c:pt idx="107">
                  <c:v>22.910227403234124</c:v>
                </c:pt>
                <c:pt idx="108">
                  <c:v>23.13672315785406</c:v>
                </c:pt>
                <c:pt idx="109">
                  <c:v>23.36360214455309</c:v>
                </c:pt>
                <c:pt idx="110">
                  <c:v>23.590869890932602</c:v>
                </c:pt>
                <c:pt idx="111">
                  <c:v>23.818531996647113</c:v>
                </c:pt>
                <c:pt idx="112">
                  <c:v>24.046594135076354</c:v>
                </c:pt>
                <c:pt idx="113">
                  <c:v>24.275062055042376</c:v>
                </c:pt>
                <c:pt idx="114">
                  <c:v>24.50394158257339</c:v>
                </c:pt>
                <c:pt idx="115">
                  <c:v>24.733238622715582</c:v>
                </c:pt>
                <c:pt idx="116">
                  <c:v>24.96295916139497</c:v>
                </c:pt>
                <c:pt idx="117">
                  <c:v>25.193109267330936</c:v>
                </c:pt>
                <c:pt idx="118">
                  <c:v>25.423695094003154</c:v>
                </c:pt>
                <c:pt idx="119">
                  <c:v>25.654722881673962</c:v>
                </c:pt>
                <c:pt idx="120">
                  <c:v>25.88619895946807</c:v>
                </c:pt>
                <c:pt idx="121">
                  <c:v>26.11812974751177</c:v>
                </c:pt>
                <c:pt idx="122">
                  <c:v>26.35052175913364</c:v>
                </c:pt>
                <c:pt idx="123">
                  <c:v>26.58338160312917</c:v>
                </c:pt>
                <c:pt idx="124">
                  <c:v>26.816715986091438</c:v>
                </c:pt>
                <c:pt idx="125">
                  <c:v>27.05053171481042</c:v>
                </c:pt>
                <c:pt idx="126">
                  <c:v>27.284835698743628</c:v>
                </c:pt>
                <c:pt idx="127">
                  <c:v>27.519634952560363</c:v>
                </c:pt>
                <c:pt idx="128">
                  <c:v>27.75493659876257</c:v>
                </c:pt>
                <c:pt idx="129">
                  <c:v>27.99074787038529</c:v>
                </c:pt>
                <c:pt idx="130">
                  <c:v>28.22707611377948</c:v>
                </c:pt>
                <c:pt idx="131">
                  <c:v>28.463928791480818</c:v>
                </c:pt>
                <c:pt idx="132">
                  <c:v>28.70131348516687</c:v>
                </c:pt>
                <c:pt idx="133">
                  <c:v>28.939237898707425</c:v>
                </c:pt>
                <c:pt idx="134">
                  <c:v>29.177709861310465</c:v>
                </c:pt>
                <c:pt idx="135">
                  <c:v>29.416737330767948</c:v>
                </c:pt>
                <c:pt idx="136">
                  <c:v>29.656328396805655</c:v>
                </c:pt>
                <c:pt idx="137">
                  <c:v>29.8964912845407</c:v>
                </c:pt>
                <c:pt idx="138">
                  <c:v>30.137234358051508</c:v>
                </c:pt>
                <c:pt idx="139">
                  <c:v>30.378566124064612</c:v>
                </c:pt>
                <c:pt idx="140">
                  <c:v>30.620495235762785</c:v>
                </c:pt>
                <c:pt idx="141">
                  <c:v>30.86303049672016</c:v>
                </c:pt>
                <c:pt idx="142">
                  <c:v>31.106180864968902</c:v>
                </c:pt>
                <c:pt idx="143">
                  <c:v>31.34995545720335</c:v>
                </c:pt>
                <c:pt idx="144">
                  <c:v>31.59436355312699</c:v>
                </c:pt>
                <c:pt idx="145">
                  <c:v>31.83941459994898</c:v>
                </c:pt>
                <c:pt idx="146">
                  <c:v>32.08511821703584</c:v>
                </c:pt>
                <c:pt idx="147">
                  <c:v>32.33148420072553</c:v>
                </c:pt>
                <c:pt idx="148">
                  <c:v>32.578522529310554</c:v>
                </c:pt>
                <c:pt idx="149">
                  <c:v>32.82624336819777</c:v>
                </c:pt>
                <c:pt idx="150">
                  <c:v>33.07465707525278</c:v>
                </c:pt>
                <c:pt idx="151">
                  <c:v>33.32377420633626</c:v>
                </c:pt>
                <c:pt idx="152">
                  <c:v>33.57360552104175</c:v>
                </c:pt>
                <c:pt idx="153">
                  <c:v>33.82416198864375</c:v>
                </c:pt>
                <c:pt idx="154">
                  <c:v>34.07545479426538</c:v>
                </c:pt>
                <c:pt idx="155">
                  <c:v>34.32749534527568</c:v>
                </c:pt>
                <c:pt idx="156">
                  <c:v>34.58029527792718</c:v>
                </c:pt>
                <c:pt idx="157">
                  <c:v>34.833866464245745</c:v>
                </c:pt>
                <c:pt idx="158">
                  <c:v>35.088221019182896</c:v>
                </c:pt>
                <c:pt idx="159">
                  <c:v>35.34337130804454</c:v>
                </c:pt>
                <c:pt idx="160">
                  <c:v>35.59932995420808</c:v>
                </c:pt>
                <c:pt idx="161">
                  <c:v>35.85610984714323</c:v>
                </c:pt>
                <c:pt idx="162">
                  <c:v>36.11372415075014</c:v>
                </c:pt>
                <c:pt idx="163">
                  <c:v>36.37218631203044</c:v>
                </c:pt>
              </c:numCache>
            </c:numRef>
          </c:yVal>
          <c:smooth val="0"/>
        </c:ser>
        <c:ser>
          <c:idx val="2"/>
          <c:order val="2"/>
          <c:tx>
            <c:strRef>
              <c:f>Sheet1!$B$356</c:f>
              <c:strCache>
                <c:ptCount val="1"/>
                <c:pt idx="0">
                  <c:v>0.20 m, 0°</c:v>
                </c:pt>
              </c:strCache>
            </c:strRef>
          </c:tx>
          <c:spPr>
            <a:ln w="22225">
              <a:solidFill>
                <a:srgbClr val="0C8B96"/>
              </a:solidFill>
            </a:ln>
          </c:spPr>
          <c:marker>
            <c:symbol val="none"/>
          </c:marker>
          <c:xVal>
            <c:numRef>
              <c:f>Sheet1!$A$357:$A$487</c:f>
              <c:numCache>
                <c:formatCode>General</c:formatCode>
                <c:ptCount val="131"/>
                <c:pt idx="0">
                  <c:v>0.0</c:v>
                </c:pt>
                <c:pt idx="1">
                  <c:v>0.05</c:v>
                </c:pt>
                <c:pt idx="2">
                  <c:v>0.1</c:v>
                </c:pt>
                <c:pt idx="3">
                  <c:v>0.15000000000000002</c:v>
                </c:pt>
                <c:pt idx="4">
                  <c:v>0.2</c:v>
                </c:pt>
                <c:pt idx="5">
                  <c:v>0.25</c:v>
                </c:pt>
                <c:pt idx="6">
                  <c:v>0.30000000000000004</c:v>
                </c:pt>
                <c:pt idx="7">
                  <c:v>0.35000000000000003</c:v>
                </c:pt>
                <c:pt idx="8">
                  <c:v>0.4</c:v>
                </c:pt>
                <c:pt idx="9">
                  <c:v>0.45</c:v>
                </c:pt>
                <c:pt idx="10">
                  <c:v>0.5</c:v>
                </c:pt>
                <c:pt idx="11">
                  <c:v>0.55</c:v>
                </c:pt>
                <c:pt idx="12">
                  <c:v>0.6000000000000001</c:v>
                </c:pt>
                <c:pt idx="13">
                  <c:v>0.65</c:v>
                </c:pt>
                <c:pt idx="14">
                  <c:v>0.7000000000000001</c:v>
                </c:pt>
                <c:pt idx="15">
                  <c:v>0.75</c:v>
                </c:pt>
                <c:pt idx="16">
                  <c:v>0.8</c:v>
                </c:pt>
                <c:pt idx="17">
                  <c:v>0.8500000000000001</c:v>
                </c:pt>
                <c:pt idx="18">
                  <c:v>0.9</c:v>
                </c:pt>
                <c:pt idx="19">
                  <c:v>0.9500000000000001</c:v>
                </c:pt>
                <c:pt idx="20">
                  <c:v>1.0</c:v>
                </c:pt>
                <c:pt idx="21">
                  <c:v>1.05</c:v>
                </c:pt>
                <c:pt idx="22">
                  <c:v>1.1</c:v>
                </c:pt>
                <c:pt idx="23">
                  <c:v>1.1500000000000001</c:v>
                </c:pt>
                <c:pt idx="24">
                  <c:v>1.2000000000000002</c:v>
                </c:pt>
                <c:pt idx="25">
                  <c:v>1.25</c:v>
                </c:pt>
                <c:pt idx="26">
                  <c:v>1.3</c:v>
                </c:pt>
                <c:pt idx="27">
                  <c:v>1.35</c:v>
                </c:pt>
                <c:pt idx="28">
                  <c:v>1.4000000000000001</c:v>
                </c:pt>
                <c:pt idx="29">
                  <c:v>1.4500000000000002</c:v>
                </c:pt>
                <c:pt idx="30">
                  <c:v>1.5</c:v>
                </c:pt>
                <c:pt idx="31">
                  <c:v>1.55</c:v>
                </c:pt>
                <c:pt idx="32">
                  <c:v>1.6</c:v>
                </c:pt>
                <c:pt idx="33">
                  <c:v>1.6500000000000001</c:v>
                </c:pt>
                <c:pt idx="34">
                  <c:v>1.7000000000000002</c:v>
                </c:pt>
                <c:pt idx="35">
                  <c:v>1.75</c:v>
                </c:pt>
                <c:pt idx="36">
                  <c:v>1.8</c:v>
                </c:pt>
                <c:pt idx="37">
                  <c:v>1.85</c:v>
                </c:pt>
                <c:pt idx="38">
                  <c:v>1.9000000000000001</c:v>
                </c:pt>
                <c:pt idx="39">
                  <c:v>1.9500000000000002</c:v>
                </c:pt>
                <c:pt idx="40">
                  <c:v>2.0</c:v>
                </c:pt>
                <c:pt idx="41">
                  <c:v>2.0500000000000003</c:v>
                </c:pt>
                <c:pt idx="42">
                  <c:v>2.1</c:v>
                </c:pt>
                <c:pt idx="43">
                  <c:v>2.15</c:v>
                </c:pt>
                <c:pt idx="44">
                  <c:v>2.2</c:v>
                </c:pt>
                <c:pt idx="45">
                  <c:v>2.25</c:v>
                </c:pt>
                <c:pt idx="46">
                  <c:v>2.3000000000000003</c:v>
                </c:pt>
                <c:pt idx="47">
                  <c:v>2.35</c:v>
                </c:pt>
                <c:pt idx="48">
                  <c:v>2.4000000000000004</c:v>
                </c:pt>
                <c:pt idx="49">
                  <c:v>2.45</c:v>
                </c:pt>
                <c:pt idx="50">
                  <c:v>2.5</c:v>
                </c:pt>
                <c:pt idx="51">
                  <c:v>2.5500000000000003</c:v>
                </c:pt>
                <c:pt idx="52">
                  <c:v>2.6</c:v>
                </c:pt>
                <c:pt idx="53">
                  <c:v>2.6500000000000004</c:v>
                </c:pt>
                <c:pt idx="54">
                  <c:v>2.7</c:v>
                </c:pt>
                <c:pt idx="55">
                  <c:v>2.75</c:v>
                </c:pt>
                <c:pt idx="56">
                  <c:v>2.8000000000000003</c:v>
                </c:pt>
                <c:pt idx="57">
                  <c:v>2.85</c:v>
                </c:pt>
                <c:pt idx="58">
                  <c:v>2.9000000000000004</c:v>
                </c:pt>
                <c:pt idx="59">
                  <c:v>2.95</c:v>
                </c:pt>
                <c:pt idx="60">
                  <c:v>3.0</c:v>
                </c:pt>
                <c:pt idx="61">
                  <c:v>3.0500000000000003</c:v>
                </c:pt>
                <c:pt idx="62">
                  <c:v>3.1</c:v>
                </c:pt>
                <c:pt idx="63">
                  <c:v>3.1500000000000004</c:v>
                </c:pt>
                <c:pt idx="64">
                  <c:v>3.2</c:v>
                </c:pt>
                <c:pt idx="65">
                  <c:v>3.25</c:v>
                </c:pt>
                <c:pt idx="66">
                  <c:v>3.3000000000000003</c:v>
                </c:pt>
                <c:pt idx="67">
                  <c:v>3.35</c:v>
                </c:pt>
                <c:pt idx="68">
                  <c:v>3.4000000000000004</c:v>
                </c:pt>
                <c:pt idx="69">
                  <c:v>3.45</c:v>
                </c:pt>
                <c:pt idx="70">
                  <c:v>3.5</c:v>
                </c:pt>
                <c:pt idx="71">
                  <c:v>3.5500000000000003</c:v>
                </c:pt>
                <c:pt idx="72">
                  <c:v>3.6</c:v>
                </c:pt>
                <c:pt idx="73">
                  <c:v>3.6500000000000004</c:v>
                </c:pt>
                <c:pt idx="74">
                  <c:v>3.7</c:v>
                </c:pt>
                <c:pt idx="75">
                  <c:v>3.75</c:v>
                </c:pt>
                <c:pt idx="76">
                  <c:v>3.8000000000000003</c:v>
                </c:pt>
                <c:pt idx="77">
                  <c:v>3.85</c:v>
                </c:pt>
                <c:pt idx="78">
                  <c:v>3.9000000000000004</c:v>
                </c:pt>
                <c:pt idx="79">
                  <c:v>3.95</c:v>
                </c:pt>
                <c:pt idx="80">
                  <c:v>4.0</c:v>
                </c:pt>
                <c:pt idx="81">
                  <c:v>4.05</c:v>
                </c:pt>
                <c:pt idx="82">
                  <c:v>4.1000000000000005</c:v>
                </c:pt>
                <c:pt idx="83">
                  <c:v>4.15</c:v>
                </c:pt>
                <c:pt idx="84">
                  <c:v>4.2</c:v>
                </c:pt>
                <c:pt idx="85">
                  <c:v>4.25</c:v>
                </c:pt>
                <c:pt idx="86">
                  <c:v>4.3</c:v>
                </c:pt>
                <c:pt idx="87">
                  <c:v>4.3500000000000005</c:v>
                </c:pt>
                <c:pt idx="88">
                  <c:v>4.4</c:v>
                </c:pt>
                <c:pt idx="89">
                  <c:v>4.45</c:v>
                </c:pt>
                <c:pt idx="90">
                  <c:v>4.5</c:v>
                </c:pt>
                <c:pt idx="91">
                  <c:v>4.55</c:v>
                </c:pt>
                <c:pt idx="92">
                  <c:v>4.6000000000000005</c:v>
                </c:pt>
                <c:pt idx="93">
                  <c:v>4.65</c:v>
                </c:pt>
                <c:pt idx="94">
                  <c:v>4.7</c:v>
                </c:pt>
                <c:pt idx="95">
                  <c:v>4.75</c:v>
                </c:pt>
                <c:pt idx="96">
                  <c:v>4.800000000000001</c:v>
                </c:pt>
                <c:pt idx="97">
                  <c:v>4.8500000000000005</c:v>
                </c:pt>
                <c:pt idx="98">
                  <c:v>4.9</c:v>
                </c:pt>
                <c:pt idx="99">
                  <c:v>4.95</c:v>
                </c:pt>
                <c:pt idx="100">
                  <c:v>5.0</c:v>
                </c:pt>
                <c:pt idx="101">
                  <c:v>5.050000000000001</c:v>
                </c:pt>
                <c:pt idx="102">
                  <c:v>5.1000000000000005</c:v>
                </c:pt>
                <c:pt idx="103">
                  <c:v>5.15</c:v>
                </c:pt>
                <c:pt idx="104">
                  <c:v>5.2</c:v>
                </c:pt>
                <c:pt idx="105">
                  <c:v>5.25</c:v>
                </c:pt>
                <c:pt idx="106">
                  <c:v>5.300000000000001</c:v>
                </c:pt>
                <c:pt idx="107">
                  <c:v>5.3500000000000005</c:v>
                </c:pt>
                <c:pt idx="108">
                  <c:v>5.4</c:v>
                </c:pt>
                <c:pt idx="109">
                  <c:v>5.45</c:v>
                </c:pt>
                <c:pt idx="110">
                  <c:v>5.5</c:v>
                </c:pt>
                <c:pt idx="111">
                  <c:v>5.550000000000001</c:v>
                </c:pt>
                <c:pt idx="112">
                  <c:v>5.6000000000000005</c:v>
                </c:pt>
                <c:pt idx="113">
                  <c:v>5.65</c:v>
                </c:pt>
                <c:pt idx="114">
                  <c:v>5.7</c:v>
                </c:pt>
                <c:pt idx="115">
                  <c:v>5.75</c:v>
                </c:pt>
                <c:pt idx="116">
                  <c:v>5.800000000000001</c:v>
                </c:pt>
                <c:pt idx="117">
                  <c:v>5.8500000000000005</c:v>
                </c:pt>
                <c:pt idx="118">
                  <c:v>5.9</c:v>
                </c:pt>
                <c:pt idx="119">
                  <c:v>5.95</c:v>
                </c:pt>
                <c:pt idx="120">
                  <c:v>6.0</c:v>
                </c:pt>
                <c:pt idx="121">
                  <c:v>6.050000000000001</c:v>
                </c:pt>
                <c:pt idx="122">
                  <c:v>6.1000000000000005</c:v>
                </c:pt>
                <c:pt idx="123">
                  <c:v>6.15</c:v>
                </c:pt>
                <c:pt idx="124">
                  <c:v>6.2</c:v>
                </c:pt>
                <c:pt idx="125">
                  <c:v>6.25</c:v>
                </c:pt>
                <c:pt idx="126">
                  <c:v>6.300000000000001</c:v>
                </c:pt>
                <c:pt idx="127">
                  <c:v>6.3500000000000005</c:v>
                </c:pt>
                <c:pt idx="128">
                  <c:v>6.4</c:v>
                </c:pt>
                <c:pt idx="129">
                  <c:v>6.45</c:v>
                </c:pt>
                <c:pt idx="130">
                  <c:v>6.5</c:v>
                </c:pt>
              </c:numCache>
            </c:numRef>
          </c:xVal>
          <c:yVal>
            <c:numRef>
              <c:f>Sheet1!$B$357:$B$487</c:f>
              <c:numCache>
                <c:formatCode>General</c:formatCode>
                <c:ptCount val="131"/>
                <c:pt idx="0">
                  <c:v>0.0</c:v>
                </c:pt>
                <c:pt idx="1">
                  <c:v>0.4169117356744786</c:v>
                </c:pt>
                <c:pt idx="2">
                  <c:v>0.8338455477017331</c:v>
                </c:pt>
                <c:pt idx="3">
                  <c:v>1.2508235229594307</c:v>
                </c:pt>
                <c:pt idx="4">
                  <c:v>1.667867769383974</c:v>
                </c:pt>
                <c:pt idx="5">
                  <c:v>2.085000426537646</c:v>
                </c:pt>
                <c:pt idx="6">
                  <c:v>2.5022436762144866</c:v>
                </c:pt>
                <c:pt idx="7">
                  <c:v>2.9196197531038837</c:v>
                </c:pt>
                <c:pt idx="8">
                  <c:v>3.337150955523808</c:v>
                </c:pt>
                <c:pt idx="9">
                  <c:v>3.754859656239154</c:v>
                </c:pt>
                <c:pt idx="10">
                  <c:v>4.172768313379965</c:v>
                </c:pt>
                <c:pt idx="11">
                  <c:v>4.590899481473905</c:v>
                </c:pt>
                <c:pt idx="12">
                  <c:v>5.009275822608772</c:v>
                </c:pt>
                <c:pt idx="13">
                  <c:v>5.42792011774015</c:v>
                </c:pt>
                <c:pt idx="14">
                  <c:v>5.846855278160995</c:v>
                </c:pt>
                <c:pt idx="15">
                  <c:v>6.2661043571490485</c:v>
                </c:pt>
                <c:pt idx="16">
                  <c:v>6.685690561808588</c:v>
                </c:pt>
                <c:pt idx="17">
                  <c:v>7.105637265125271</c:v>
                </c:pt>
                <c:pt idx="18">
                  <c:v>7.5259680182509126</c:v>
                </c:pt>
                <c:pt idx="19">
                  <c:v>7.946706563037063</c:v>
                </c:pt>
                <c:pt idx="20">
                  <c:v>8.367876844837348</c:v>
                </c:pt>
                <c:pt idx="21">
                  <c:v>8.789503025598346</c:v>
                </c:pt>
                <c:pt idx="22">
                  <c:v>9.2116094972594</c:v>
                </c:pt>
                <c:pt idx="23">
                  <c:v>9.634220895483987</c:v>
                </c:pt>
                <c:pt idx="24">
                  <c:v>10.057362113745228</c:v>
                </c:pt>
                <c:pt idx="25">
                  <c:v>10.481058317788898</c:v>
                </c:pt>
                <c:pt idx="26">
                  <c:v>10.905334960499806</c:v>
                </c:pt>
                <c:pt idx="27">
                  <c:v>11.330217797196605</c:v>
                </c:pt>
                <c:pt idx="28">
                  <c:v>11.755732901383228</c:v>
                </c:pt>
                <c:pt idx="29">
                  <c:v>12.181906680985584</c:v>
                </c:pt>
                <c:pt idx="30">
                  <c:v>12.608765895103634</c:v>
                </c:pt>
                <c:pt idx="31">
                  <c:v>13.036337671311424</c:v>
                </c:pt>
                <c:pt idx="32">
                  <c:v>13.46464952353814</c:v>
                </c:pt>
                <c:pt idx="33">
                  <c:v>13.893729370566213</c:v>
                </c:pt>
                <c:pt idx="34">
                  <c:v>14.323605555184118</c:v>
                </c:pt>
                <c:pt idx="35">
                  <c:v>14.754306864033374</c:v>
                </c:pt>
                <c:pt idx="36">
                  <c:v>15.185862548192386</c:v>
                </c:pt>
                <c:pt idx="37">
                  <c:v>15.618302344541654</c:v>
                </c:pt>
                <c:pt idx="38">
                  <c:v>16.051656497957637</c:v>
                </c:pt>
                <c:pt idx="39">
                  <c:v>16.48595578438603</c:v>
                </c:pt>
                <c:pt idx="40">
                  <c:v>16.92123153484818</c:v>
                </c:pt>
                <c:pt idx="41">
                  <c:v>17.357515660436746</c:v>
                </c:pt>
                <c:pt idx="42">
                  <c:v>17.794840678362693</c:v>
                </c:pt>
                <c:pt idx="43">
                  <c:v>18.233239739117437</c:v>
                </c:pt>
                <c:pt idx="44">
                  <c:v>18.67274665481968</c:v>
                </c:pt>
                <c:pt idx="45">
                  <c:v>19.11339592882063</c:v>
                </c:pt>
                <c:pt idx="46">
                  <c:v>19.55522278664654</c:v>
                </c:pt>
                <c:pt idx="47">
                  <c:v>19.998263208362975</c:v>
                </c:pt>
                <c:pt idx="48">
                  <c:v>20.442553962451186</c:v>
                </c:pt>
                <c:pt idx="49">
                  <c:v>20.888132641293115</c:v>
                </c:pt>
                <c:pt idx="50">
                  <c:v>21.335037698369856</c:v>
                </c:pt>
                <c:pt idx="51">
                  <c:v>21.78330848728402</c:v>
                </c:pt>
                <c:pt idx="52">
                  <c:v>22.2329853027265</c:v>
                </c:pt>
                <c:pt idx="53">
                  <c:v>22.684109423516627</c:v>
                </c:pt>
                <c:pt idx="54">
                  <c:v>23.13672315785414</c:v>
                </c:pt>
                <c:pt idx="55">
                  <c:v>23.590869890932698</c:v>
                </c:pt>
                <c:pt idx="56">
                  <c:v>24.046594135076433</c:v>
                </c:pt>
                <c:pt idx="57">
                  <c:v>24.503941582573525</c:v>
                </c:pt>
                <c:pt idx="58">
                  <c:v>24.962959161395133</c:v>
                </c:pt>
                <c:pt idx="59">
                  <c:v>25.423695094003314</c:v>
                </c:pt>
                <c:pt idx="60">
                  <c:v>25.886198959468203</c:v>
                </c:pt>
                <c:pt idx="61">
                  <c:v>26.350521759133798</c:v>
                </c:pt>
                <c:pt idx="62">
                  <c:v>26.816715986091634</c:v>
                </c:pt>
                <c:pt idx="63">
                  <c:v>27.284835698743986</c:v>
                </c:pt>
                <c:pt idx="64">
                  <c:v>27.754936598763102</c:v>
                </c:pt>
                <c:pt idx="65">
                  <c:v>28.22707611378018</c:v>
                </c:pt>
                <c:pt idx="66">
                  <c:v>28.701313485167585</c:v>
                </c:pt>
                <c:pt idx="67">
                  <c:v>29.177709861311246</c:v>
                </c:pt>
                <c:pt idx="68">
                  <c:v>29.656328396806515</c:v>
                </c:pt>
                <c:pt idx="69">
                  <c:v>30.137234358052506</c:v>
                </c:pt>
                <c:pt idx="70">
                  <c:v>30.620495235763922</c:v>
                </c:pt>
                <c:pt idx="71">
                  <c:v>31.106180864970156</c:v>
                </c:pt>
                <c:pt idx="72">
                  <c:v>31.59436355312816</c:v>
                </c:pt>
                <c:pt idx="73">
                  <c:v>32.08511821703687</c:v>
                </c:pt>
                <c:pt idx="74">
                  <c:v>32.57852252931141</c:v>
                </c:pt>
                <c:pt idx="75">
                  <c:v>33.07465707525376</c:v>
                </c:pt>
                <c:pt idx="76">
                  <c:v>33.57360552104276</c:v>
                </c:pt>
                <c:pt idx="77">
                  <c:v>34.07545479426634</c:v>
                </c:pt>
                <c:pt idx="78">
                  <c:v>34.58029527792772</c:v>
                </c:pt>
                <c:pt idx="79">
                  <c:v>35.08822101918303</c:v>
                </c:pt>
                <c:pt idx="80">
                  <c:v>35.59932995420802</c:v>
                </c:pt>
                <c:pt idx="81">
                  <c:v>36.11372415075047</c:v>
                </c:pt>
                <c:pt idx="82">
                  <c:v>36.631510070105534</c:v>
                </c:pt>
                <c:pt idx="83">
                  <c:v>37.15279885045615</c:v>
                </c:pt>
                <c:pt idx="84">
                  <c:v>37.67770661375406</c:v>
                </c:pt>
                <c:pt idx="85">
                  <c:v>38.20635479858278</c:v>
                </c:pt>
                <c:pt idx="86">
                  <c:v>38.73887052174928</c:v>
                </c:pt>
                <c:pt idx="87">
                  <c:v>39.275386971699966</c:v>
                </c:pt>
                <c:pt idx="88">
                  <c:v>39.816043837258015</c:v>
                </c:pt>
                <c:pt idx="89">
                  <c:v>40.36098777564267</c:v>
                </c:pt>
                <c:pt idx="90">
                  <c:v>40.91037292426579</c:v>
                </c:pt>
                <c:pt idx="91">
                  <c:v>41.464361461421156</c:v>
                </c:pt>
                <c:pt idx="92">
                  <c:v>42.023124221703746</c:v>
                </c:pt>
                <c:pt idx="93">
                  <c:v>42.586841372836474</c:v>
                </c:pt>
                <c:pt idx="94">
                  <c:v>43.155703161567274</c:v>
                </c:pt>
                <c:pt idx="95">
                  <c:v>43.72991073745263</c:v>
                </c:pt>
                <c:pt idx="96">
                  <c:v>44.30967706470686</c:v>
                </c:pt>
                <c:pt idx="97">
                  <c:v>44.89522793390423</c:v>
                </c:pt>
                <c:pt idx="98">
                  <c:v>45.486803087230705</c:v>
                </c:pt>
                <c:pt idx="99">
                  <c:v>46.084657473259846</c:v>
                </c:pt>
                <c:pt idx="100">
                  <c:v>46.689062649949044</c:v>
                </c:pt>
                <c:pt idx="101">
                  <c:v>47.300308357828904</c:v>
                </c:pt>
                <c:pt idx="102">
                  <c:v>47.918704289309936</c:v>
                </c:pt>
                <c:pt idx="103">
                  <c:v>48.54458208483144</c:v>
                </c:pt>
                <c:pt idx="104">
                  <c:v>49.178297592427825</c:v>
                </c:pt>
                <c:pt idx="105">
                  <c:v>49.82023343446695</c:v>
                </c:pt>
                <c:pt idx="106">
                  <c:v>50.47080193416726</c:v>
                </c:pt>
                <c:pt idx="107">
                  <c:v>51.130448465488065</c:v>
                </c:pt>
                <c:pt idx="108">
                  <c:v>51.79965530370671</c:v>
                </c:pt>
                <c:pt idx="109">
                  <c:v>52.478946071252246</c:v>
                </c:pt>
                <c:pt idx="110">
                  <c:v>53.16889089521984</c:v>
                </c:pt>
                <c:pt idx="111">
                  <c:v>53.870112420884446</c:v>
                </c:pt>
                <c:pt idx="112">
                  <c:v>54.583292861440405</c:v>
                </c:pt>
                <c:pt idx="113">
                  <c:v>55.30918231080976</c:v>
                </c:pt>
                <c:pt idx="114">
                  <c:v>56.048608607476794</c:v>
                </c:pt>
                <c:pt idx="115">
                  <c:v>56.80248911823363</c:v>
                </c:pt>
                <c:pt idx="116">
                  <c:v>57.57184491908524</c:v>
                </c:pt>
                <c:pt idx="117">
                  <c:v>58.35781799738824</c:v>
                </c:pt>
                <c:pt idx="118">
                  <c:v>59.161692300849474</c:v>
                </c:pt>
                <c:pt idx="119">
                  <c:v>59.98491973959872</c:v>
                </c:pt>
                <c:pt idx="120">
                  <c:v>60.82915264426219</c:v>
                </c:pt>
                <c:pt idx="121">
                  <c:v>61.69628475345417</c:v>
                </c:pt>
                <c:pt idx="122">
                  <c:v>62.588503640040976</c:v>
                </c:pt>
                <c:pt idx="123">
                  <c:v>63.50835873619578</c:v>
                </c:pt>
                <c:pt idx="124">
                  <c:v>64.45885103492435</c:v>
                </c:pt>
                <c:pt idx="125">
                  <c:v>65.44355354140684</c:v>
                </c:pt>
                <c:pt idx="126">
                  <c:v>66.46677646493542</c:v>
                </c:pt>
                <c:pt idx="127">
                  <c:v>67.5337992474837</c:v>
                </c:pt>
                <c:pt idx="128">
                  <c:v>68.65120582141365</c:v>
                </c:pt>
                <c:pt idx="129">
                  <c:v>69.82738543527651</c:v>
                </c:pt>
                <c:pt idx="130">
                  <c:v>71.07331147737764</c:v>
                </c:pt>
              </c:numCache>
            </c:numRef>
          </c:yVal>
          <c:smooth val="0"/>
        </c:ser>
        <c:ser>
          <c:idx val="3"/>
          <c:order val="3"/>
          <c:tx>
            <c:strRef>
              <c:f>Sheet1!$B$489</c:f>
              <c:strCache>
                <c:ptCount val="1"/>
                <c:pt idx="0">
                  <c:v>0.30 m, 0°</c:v>
                </c:pt>
              </c:strCache>
            </c:strRef>
          </c:tx>
          <c:spPr>
            <a:ln w="22225">
              <a:solidFill>
                <a:srgbClr val="0C8B96"/>
              </a:solidFill>
            </a:ln>
          </c:spPr>
          <c:marker>
            <c:symbol val="none"/>
          </c:marker>
          <c:xVal>
            <c:numRef>
              <c:f>Sheet1!$A$490:$A$581</c:f>
              <c:numCache>
                <c:formatCode>General</c:formatCode>
                <c:ptCount val="92"/>
                <c:pt idx="0">
                  <c:v>0.0</c:v>
                </c:pt>
                <c:pt idx="1">
                  <c:v>0.075</c:v>
                </c:pt>
                <c:pt idx="2">
                  <c:v>0.15</c:v>
                </c:pt>
                <c:pt idx="3">
                  <c:v>0.22499999999999998</c:v>
                </c:pt>
                <c:pt idx="4">
                  <c:v>0.3</c:v>
                </c:pt>
                <c:pt idx="5">
                  <c:v>0.375</c:v>
                </c:pt>
                <c:pt idx="6">
                  <c:v>0.44999999999999996</c:v>
                </c:pt>
                <c:pt idx="7">
                  <c:v>0.525</c:v>
                </c:pt>
                <c:pt idx="8">
                  <c:v>0.6</c:v>
                </c:pt>
                <c:pt idx="9">
                  <c:v>0.6749999999999999</c:v>
                </c:pt>
                <c:pt idx="10">
                  <c:v>0.75</c:v>
                </c:pt>
                <c:pt idx="11">
                  <c:v>0.825</c:v>
                </c:pt>
                <c:pt idx="12">
                  <c:v>0.8999999999999999</c:v>
                </c:pt>
                <c:pt idx="13">
                  <c:v>0.975</c:v>
                </c:pt>
                <c:pt idx="14">
                  <c:v>1.05</c:v>
                </c:pt>
                <c:pt idx="15">
                  <c:v>1.125</c:v>
                </c:pt>
                <c:pt idx="16">
                  <c:v>1.2</c:v>
                </c:pt>
                <c:pt idx="17">
                  <c:v>1.275</c:v>
                </c:pt>
                <c:pt idx="18">
                  <c:v>1.3499999999999999</c:v>
                </c:pt>
                <c:pt idx="19">
                  <c:v>1.425</c:v>
                </c:pt>
                <c:pt idx="20">
                  <c:v>1.5</c:v>
                </c:pt>
                <c:pt idx="21">
                  <c:v>1.575</c:v>
                </c:pt>
                <c:pt idx="22">
                  <c:v>1.65</c:v>
                </c:pt>
                <c:pt idx="23">
                  <c:v>1.7249999999999999</c:v>
                </c:pt>
                <c:pt idx="24">
                  <c:v>1.7999999999999998</c:v>
                </c:pt>
                <c:pt idx="25">
                  <c:v>1.875</c:v>
                </c:pt>
                <c:pt idx="26">
                  <c:v>1.95</c:v>
                </c:pt>
                <c:pt idx="27">
                  <c:v>2.025</c:v>
                </c:pt>
                <c:pt idx="28">
                  <c:v>2.1</c:v>
                </c:pt>
                <c:pt idx="29">
                  <c:v>2.175</c:v>
                </c:pt>
                <c:pt idx="30">
                  <c:v>2.25</c:v>
                </c:pt>
                <c:pt idx="31">
                  <c:v>2.3249999999999997</c:v>
                </c:pt>
                <c:pt idx="32">
                  <c:v>2.4</c:v>
                </c:pt>
                <c:pt idx="33">
                  <c:v>2.475</c:v>
                </c:pt>
                <c:pt idx="34">
                  <c:v>2.55</c:v>
                </c:pt>
                <c:pt idx="35">
                  <c:v>2.625</c:v>
                </c:pt>
                <c:pt idx="36">
                  <c:v>2.6999999999999997</c:v>
                </c:pt>
                <c:pt idx="37">
                  <c:v>2.775</c:v>
                </c:pt>
                <c:pt idx="38">
                  <c:v>2.85</c:v>
                </c:pt>
                <c:pt idx="39">
                  <c:v>2.925</c:v>
                </c:pt>
                <c:pt idx="40">
                  <c:v>3.0</c:v>
                </c:pt>
                <c:pt idx="41">
                  <c:v>3.0749999999999997</c:v>
                </c:pt>
                <c:pt idx="42">
                  <c:v>3.15</c:v>
                </c:pt>
                <c:pt idx="43">
                  <c:v>3.225</c:v>
                </c:pt>
                <c:pt idx="44">
                  <c:v>3.3</c:v>
                </c:pt>
                <c:pt idx="45">
                  <c:v>3.375</c:v>
                </c:pt>
                <c:pt idx="46">
                  <c:v>3.4499999999999997</c:v>
                </c:pt>
                <c:pt idx="47">
                  <c:v>3.525</c:v>
                </c:pt>
                <c:pt idx="48">
                  <c:v>3.5999999999999996</c:v>
                </c:pt>
                <c:pt idx="49">
                  <c:v>3.675</c:v>
                </c:pt>
                <c:pt idx="50">
                  <c:v>3.75</c:v>
                </c:pt>
                <c:pt idx="51">
                  <c:v>3.8249999999999997</c:v>
                </c:pt>
                <c:pt idx="52">
                  <c:v>3.9</c:v>
                </c:pt>
                <c:pt idx="53">
                  <c:v>3.9749999999999996</c:v>
                </c:pt>
                <c:pt idx="54">
                  <c:v>4.05</c:v>
                </c:pt>
                <c:pt idx="55">
                  <c:v>4.125</c:v>
                </c:pt>
                <c:pt idx="56">
                  <c:v>4.2</c:v>
                </c:pt>
                <c:pt idx="57">
                  <c:v>4.2749999999999995</c:v>
                </c:pt>
                <c:pt idx="58">
                  <c:v>4.35</c:v>
                </c:pt>
                <c:pt idx="59">
                  <c:v>4.425</c:v>
                </c:pt>
                <c:pt idx="60">
                  <c:v>4.5</c:v>
                </c:pt>
                <c:pt idx="61">
                  <c:v>4.575</c:v>
                </c:pt>
                <c:pt idx="62">
                  <c:v>4.6499999999999995</c:v>
                </c:pt>
                <c:pt idx="63">
                  <c:v>4.725</c:v>
                </c:pt>
                <c:pt idx="64">
                  <c:v>4.8</c:v>
                </c:pt>
                <c:pt idx="65">
                  <c:v>4.875</c:v>
                </c:pt>
                <c:pt idx="66">
                  <c:v>4.95</c:v>
                </c:pt>
                <c:pt idx="67">
                  <c:v>5.0249999999999995</c:v>
                </c:pt>
                <c:pt idx="68">
                  <c:v>5.1</c:v>
                </c:pt>
                <c:pt idx="69">
                  <c:v>5.175</c:v>
                </c:pt>
                <c:pt idx="70">
                  <c:v>5.25</c:v>
                </c:pt>
                <c:pt idx="71">
                  <c:v>5.325</c:v>
                </c:pt>
                <c:pt idx="72">
                  <c:v>5.3999999999999995</c:v>
                </c:pt>
                <c:pt idx="73">
                  <c:v>5.475</c:v>
                </c:pt>
                <c:pt idx="74">
                  <c:v>5.55</c:v>
                </c:pt>
                <c:pt idx="75">
                  <c:v>5.625</c:v>
                </c:pt>
                <c:pt idx="76">
                  <c:v>5.7</c:v>
                </c:pt>
                <c:pt idx="77">
                  <c:v>5.7749999999999995</c:v>
                </c:pt>
                <c:pt idx="78">
                  <c:v>5.85</c:v>
                </c:pt>
                <c:pt idx="79">
                  <c:v>5.925</c:v>
                </c:pt>
                <c:pt idx="80">
                  <c:v>6.0</c:v>
                </c:pt>
                <c:pt idx="81">
                  <c:v>6.075</c:v>
                </c:pt>
                <c:pt idx="82">
                  <c:v>6.1499999999999995</c:v>
                </c:pt>
                <c:pt idx="83">
                  <c:v>6.225</c:v>
                </c:pt>
                <c:pt idx="84">
                  <c:v>6.3</c:v>
                </c:pt>
                <c:pt idx="85">
                  <c:v>6.375</c:v>
                </c:pt>
                <c:pt idx="86">
                  <c:v>6.45</c:v>
                </c:pt>
                <c:pt idx="87">
                  <c:v>6.5249999999999995</c:v>
                </c:pt>
                <c:pt idx="88">
                  <c:v>6.6</c:v>
                </c:pt>
                <c:pt idx="89">
                  <c:v>6.675</c:v>
                </c:pt>
                <c:pt idx="90">
                  <c:v>6.75</c:v>
                </c:pt>
                <c:pt idx="91">
                  <c:v>6.825</c:v>
                </c:pt>
              </c:numCache>
            </c:numRef>
          </c:xVal>
          <c:yVal>
            <c:numRef>
              <c:f>Sheet1!$B$490:$B$581</c:f>
              <c:numCache>
                <c:formatCode>General</c:formatCode>
                <c:ptCount val="92"/>
                <c:pt idx="0">
                  <c:v>0.0</c:v>
                </c:pt>
                <c:pt idx="1">
                  <c:v>0.6253745020836635</c:v>
                </c:pt>
                <c:pt idx="2">
                  <c:v>1.2508235229594307</c:v>
                </c:pt>
                <c:pt idx="3">
                  <c:v>1.876421661372045</c:v>
                </c:pt>
                <c:pt idx="4">
                  <c:v>2.5022436762143405</c:v>
                </c:pt>
                <c:pt idx="5">
                  <c:v>3.1283645671967917</c:v>
                </c:pt>
                <c:pt idx="6">
                  <c:v>3.7548596562387657</c:v>
                </c:pt>
                <c:pt idx="7">
                  <c:v>4.381804669829748</c:v>
                </c:pt>
                <c:pt idx="8">
                  <c:v>5.009275822608626</c:v>
                </c:pt>
                <c:pt idx="9">
                  <c:v>5.6373499024249085</c:v>
                </c:pt>
                <c:pt idx="10">
                  <c:v>6.266104357148641</c:v>
                </c:pt>
                <c:pt idx="11">
                  <c:v>6.895617383508476</c:v>
                </c:pt>
                <c:pt idx="12">
                  <c:v>7.525968018249891</c:v>
                </c:pt>
                <c:pt idx="13">
                  <c:v>8.157236231919693</c:v>
                </c:pt>
                <c:pt idx="14">
                  <c:v>8.789503025597682</c:v>
                </c:pt>
                <c:pt idx="15">
                  <c:v>9.422850530918828</c:v>
                </c:pt>
                <c:pt idx="16">
                  <c:v>10.057362113744974</c:v>
                </c:pt>
                <c:pt idx="17">
                  <c:v>10.693122481873765</c:v>
                </c:pt>
                <c:pt idx="18">
                  <c:v>11.330217797196214</c:v>
                </c:pt>
                <c:pt idx="19">
                  <c:v>11.968735792743825</c:v>
                </c:pt>
                <c:pt idx="20">
                  <c:v>12.608765895103023</c:v>
                </c:pt>
                <c:pt idx="21">
                  <c:v>13.250399352707744</c:v>
                </c:pt>
                <c:pt idx="22">
                  <c:v>13.893729370565472</c:v>
                </c:pt>
                <c:pt idx="23">
                  <c:v>14.538851252018251</c:v>
                </c:pt>
                <c:pt idx="24">
                  <c:v>15.18586254819146</c:v>
                </c:pt>
                <c:pt idx="25">
                  <c:v>15.8348632158423</c:v>
                </c:pt>
                <c:pt idx="26">
                  <c:v>16.4859557843852</c:v>
                </c:pt>
                <c:pt idx="27">
                  <c:v>17.139245532943928</c:v>
                </c:pt>
                <c:pt idx="28">
                  <c:v>17.794840678362235</c:v>
                </c:pt>
                <c:pt idx="29">
                  <c:v>18.45285257519703</c:v>
                </c:pt>
                <c:pt idx="30">
                  <c:v>19.113395928820474</c:v>
                </c:pt>
                <c:pt idx="31">
                  <c:v>19.776589022874564</c:v>
                </c:pt>
                <c:pt idx="32">
                  <c:v>20.44255396245106</c:v>
                </c:pt>
                <c:pt idx="33">
                  <c:v>21.111416934518505</c:v>
                </c:pt>
                <c:pt idx="34">
                  <c:v>21.783308487283406</c:v>
                </c:pt>
                <c:pt idx="35">
                  <c:v>22.458363830361986</c:v>
                </c:pt>
                <c:pt idx="36">
                  <c:v>23.13672315785322</c:v>
                </c:pt>
                <c:pt idx="37">
                  <c:v>23.818531996646197</c:v>
                </c:pt>
                <c:pt idx="38">
                  <c:v>24.503941582572512</c:v>
                </c:pt>
                <c:pt idx="39">
                  <c:v>25.193109267330204</c:v>
                </c:pt>
                <c:pt idx="40">
                  <c:v>25.88619895946749</c:v>
                </c:pt>
                <c:pt idx="41">
                  <c:v>26.583381603128842</c:v>
                </c:pt>
                <c:pt idx="42">
                  <c:v>27.284835698743628</c:v>
                </c:pt>
                <c:pt idx="43">
                  <c:v>27.990747870385686</c:v>
                </c:pt>
                <c:pt idx="44">
                  <c:v>28.701313485167425</c:v>
                </c:pt>
                <c:pt idx="45">
                  <c:v>29.416737330768548</c:v>
                </c:pt>
                <c:pt idx="46">
                  <c:v>30.137234358052215</c:v>
                </c:pt>
                <c:pt idx="47">
                  <c:v>30.863030496720974</c:v>
                </c:pt>
                <c:pt idx="48">
                  <c:v>31.59436355312756</c:v>
                </c:pt>
                <c:pt idx="49">
                  <c:v>32.33148420072563</c:v>
                </c:pt>
                <c:pt idx="50">
                  <c:v>33.074657075252745</c:v>
                </c:pt>
                <c:pt idx="51">
                  <c:v>33.82416198864368</c:v>
                </c:pt>
                <c:pt idx="52">
                  <c:v>34.58029527792658</c:v>
                </c:pt>
                <c:pt idx="53">
                  <c:v>35.3433713080433</c:v>
                </c:pt>
                <c:pt idx="54">
                  <c:v>36.11372415074919</c:v>
                </c:pt>
                <c:pt idx="55">
                  <c:v>36.891709465607555</c:v>
                </c:pt>
                <c:pt idx="56">
                  <c:v>37.67770661375252</c:v>
                </c:pt>
                <c:pt idx="57">
                  <c:v>38.472121040740966</c:v>
                </c:pt>
                <c:pt idx="58">
                  <c:v>39.27538697169815</c:v>
                </c:pt>
                <c:pt idx="59">
                  <c:v>40.08797047039213</c:v>
                </c:pt>
                <c:pt idx="60">
                  <c:v>40.910372924263356</c:v>
                </c:pt>
                <c:pt idx="61">
                  <c:v>41.74313503031471</c:v>
                </c:pt>
                <c:pt idx="62">
                  <c:v>42.58684137283295</c:v>
                </c:pt>
                <c:pt idx="63">
                  <c:v>43.44212570409074</c:v>
                </c:pt>
                <c:pt idx="64">
                  <c:v>44.309677064700544</c:v>
                </c:pt>
                <c:pt idx="65">
                  <c:v>45.19024691282423</c:v>
                </c:pt>
                <c:pt idx="66">
                  <c:v>46.08465747324753</c:v>
                </c:pt>
                <c:pt idx="67">
                  <c:v>46.993811571521626</c:v>
                </c:pt>
                <c:pt idx="68">
                  <c:v>47.91870428928515</c:v>
                </c:pt>
                <c:pt idx="69">
                  <c:v>48.860436870606094</c:v>
                </c:pt>
                <c:pt idx="70">
                  <c:v>49.82023343441442</c:v>
                </c:pt>
                <c:pt idx="71">
                  <c:v>50.7994612174019</c:v>
                </c:pt>
                <c:pt idx="72">
                  <c:v>51.79965530358917</c:v>
                </c:pt>
                <c:pt idx="73">
                  <c:v>52.82254911862592</c:v>
                </c:pt>
                <c:pt idx="74">
                  <c:v>53.87011242060501</c:v>
                </c:pt>
                <c:pt idx="75">
                  <c:v>54.94459916996304</c:v>
                </c:pt>
                <c:pt idx="76">
                  <c:v>56.048608607512946</c:v>
                </c:pt>
                <c:pt idx="77">
                  <c:v>57.18516429264231</c:v>
                </c:pt>
                <c:pt idx="78">
                  <c:v>58.35781799749196</c:v>
                </c:pt>
                <c:pt idx="79">
                  <c:v>59.57078873783197</c:v>
                </c:pt>
                <c:pt idx="80">
                  <c:v>60.82915264461192</c:v>
                </c:pt>
                <c:pt idx="81">
                  <c:v>62.139108418947814</c:v>
                </c:pt>
                <c:pt idx="82">
                  <c:v>63.50835873762733</c:v>
                </c:pt>
                <c:pt idx="83">
                  <c:v>64.94667622568147</c:v>
                </c:pt>
                <c:pt idx="84">
                  <c:v>66.46677646493265</c:v>
                </c:pt>
                <c:pt idx="85">
                  <c:v>68.0857299394857</c:v>
                </c:pt>
                <c:pt idx="86">
                  <c:v>69.8273854352416</c:v>
                </c:pt>
                <c:pt idx="87">
                  <c:v>71.72686223202588</c:v>
                </c:pt>
                <c:pt idx="88">
                  <c:v>73.8397914578208</c:v>
                </c:pt>
                <c:pt idx="89">
                  <c:v>76.2644150670121</c:v>
                </c:pt>
                <c:pt idx="90">
                  <c:v>79.20893682301933</c:v>
                </c:pt>
                <c:pt idx="91">
                  <c:v>83.32974906441262</c:v>
                </c:pt>
              </c:numCache>
            </c:numRef>
          </c:yVal>
          <c:smooth val="0"/>
        </c:ser>
        <c:ser>
          <c:idx val="4"/>
          <c:order val="4"/>
          <c:tx>
            <c:strRef>
              <c:f>Sheet1!$B$583</c:f>
              <c:strCache>
                <c:ptCount val="1"/>
                <c:pt idx="0">
                  <c:v>0.40 m, 0°</c:v>
                </c:pt>
              </c:strCache>
            </c:strRef>
          </c:tx>
          <c:spPr>
            <a:ln w="22225">
              <a:solidFill>
                <a:srgbClr val="0C8B96"/>
              </a:solidFill>
            </a:ln>
          </c:spPr>
          <c:marker>
            <c:symbol val="none"/>
          </c:marker>
          <c:xVal>
            <c:numRef>
              <c:f>Sheet1!$A$584:$A$652</c:f>
              <c:numCache>
                <c:formatCode>General</c:formatCode>
                <c:ptCount val="69"/>
                <c:pt idx="0">
                  <c:v>0.0</c:v>
                </c:pt>
                <c:pt idx="1">
                  <c:v>0.1</c:v>
                </c:pt>
                <c:pt idx="2">
                  <c:v>0.2</c:v>
                </c:pt>
                <c:pt idx="3">
                  <c:v>0.30000000000000004</c:v>
                </c:pt>
                <c:pt idx="4">
                  <c:v>0.4</c:v>
                </c:pt>
                <c:pt idx="5">
                  <c:v>0.5</c:v>
                </c:pt>
                <c:pt idx="6">
                  <c:v>0.6000000000000001</c:v>
                </c:pt>
                <c:pt idx="7">
                  <c:v>0.7000000000000001</c:v>
                </c:pt>
                <c:pt idx="8">
                  <c:v>0.8</c:v>
                </c:pt>
                <c:pt idx="9">
                  <c:v>0.9</c:v>
                </c:pt>
                <c:pt idx="10">
                  <c:v>1.0</c:v>
                </c:pt>
                <c:pt idx="11">
                  <c:v>1.1</c:v>
                </c:pt>
                <c:pt idx="12">
                  <c:v>1.2000000000000002</c:v>
                </c:pt>
                <c:pt idx="13">
                  <c:v>1.3</c:v>
                </c:pt>
                <c:pt idx="14">
                  <c:v>1.4000000000000001</c:v>
                </c:pt>
                <c:pt idx="15">
                  <c:v>1.5</c:v>
                </c:pt>
                <c:pt idx="16">
                  <c:v>1.6</c:v>
                </c:pt>
                <c:pt idx="17">
                  <c:v>1.7000000000000002</c:v>
                </c:pt>
                <c:pt idx="18">
                  <c:v>1.8</c:v>
                </c:pt>
                <c:pt idx="19">
                  <c:v>1.9000000000000001</c:v>
                </c:pt>
                <c:pt idx="20">
                  <c:v>2.0</c:v>
                </c:pt>
                <c:pt idx="21">
                  <c:v>2.1</c:v>
                </c:pt>
                <c:pt idx="22">
                  <c:v>2.2</c:v>
                </c:pt>
                <c:pt idx="23">
                  <c:v>2.3000000000000003</c:v>
                </c:pt>
                <c:pt idx="24">
                  <c:v>2.4000000000000004</c:v>
                </c:pt>
                <c:pt idx="25">
                  <c:v>2.5</c:v>
                </c:pt>
                <c:pt idx="26">
                  <c:v>2.6</c:v>
                </c:pt>
                <c:pt idx="27">
                  <c:v>2.7</c:v>
                </c:pt>
                <c:pt idx="28">
                  <c:v>2.8000000000000003</c:v>
                </c:pt>
                <c:pt idx="29">
                  <c:v>2.9000000000000004</c:v>
                </c:pt>
                <c:pt idx="30">
                  <c:v>3.0</c:v>
                </c:pt>
                <c:pt idx="31">
                  <c:v>3.1</c:v>
                </c:pt>
                <c:pt idx="32">
                  <c:v>3.2</c:v>
                </c:pt>
                <c:pt idx="33">
                  <c:v>3.3000000000000003</c:v>
                </c:pt>
                <c:pt idx="34">
                  <c:v>3.4000000000000004</c:v>
                </c:pt>
                <c:pt idx="35">
                  <c:v>3.5</c:v>
                </c:pt>
                <c:pt idx="36">
                  <c:v>3.6</c:v>
                </c:pt>
                <c:pt idx="37">
                  <c:v>3.7</c:v>
                </c:pt>
                <c:pt idx="38">
                  <c:v>3.8000000000000003</c:v>
                </c:pt>
                <c:pt idx="39">
                  <c:v>3.9000000000000004</c:v>
                </c:pt>
                <c:pt idx="40">
                  <c:v>4.0</c:v>
                </c:pt>
                <c:pt idx="41">
                  <c:v>4.1000000000000005</c:v>
                </c:pt>
                <c:pt idx="42">
                  <c:v>4.2</c:v>
                </c:pt>
                <c:pt idx="43">
                  <c:v>4.3</c:v>
                </c:pt>
                <c:pt idx="44">
                  <c:v>4.4</c:v>
                </c:pt>
                <c:pt idx="45">
                  <c:v>4.5</c:v>
                </c:pt>
                <c:pt idx="46">
                  <c:v>4.6000000000000005</c:v>
                </c:pt>
                <c:pt idx="47">
                  <c:v>4.7</c:v>
                </c:pt>
                <c:pt idx="48">
                  <c:v>4.800000000000001</c:v>
                </c:pt>
                <c:pt idx="49">
                  <c:v>4.9</c:v>
                </c:pt>
                <c:pt idx="50">
                  <c:v>5.0</c:v>
                </c:pt>
                <c:pt idx="51">
                  <c:v>5.1000000000000005</c:v>
                </c:pt>
                <c:pt idx="52">
                  <c:v>5.2</c:v>
                </c:pt>
                <c:pt idx="53">
                  <c:v>5.300000000000001</c:v>
                </c:pt>
                <c:pt idx="54">
                  <c:v>5.4</c:v>
                </c:pt>
                <c:pt idx="55">
                  <c:v>5.5</c:v>
                </c:pt>
                <c:pt idx="56">
                  <c:v>5.6000000000000005</c:v>
                </c:pt>
                <c:pt idx="57">
                  <c:v>5.7</c:v>
                </c:pt>
                <c:pt idx="58">
                  <c:v>5.800000000000001</c:v>
                </c:pt>
                <c:pt idx="59">
                  <c:v>5.9</c:v>
                </c:pt>
                <c:pt idx="60">
                  <c:v>6.0</c:v>
                </c:pt>
                <c:pt idx="61">
                  <c:v>6.1000000000000005</c:v>
                </c:pt>
                <c:pt idx="62">
                  <c:v>6.2</c:v>
                </c:pt>
                <c:pt idx="63">
                  <c:v>6.300000000000001</c:v>
                </c:pt>
                <c:pt idx="64">
                  <c:v>6.4</c:v>
                </c:pt>
                <c:pt idx="65">
                  <c:v>6.5</c:v>
                </c:pt>
                <c:pt idx="66">
                  <c:v>6.6000000000000005</c:v>
                </c:pt>
                <c:pt idx="67">
                  <c:v>6.7</c:v>
                </c:pt>
                <c:pt idx="68">
                  <c:v>6.800000000000001</c:v>
                </c:pt>
              </c:numCache>
            </c:numRef>
          </c:xVal>
          <c:yVal>
            <c:numRef>
              <c:f>Sheet1!$B$584:$B$652</c:f>
              <c:numCache>
                <c:formatCode>General</c:formatCode>
                <c:ptCount val="69"/>
                <c:pt idx="0">
                  <c:v>0.0</c:v>
                </c:pt>
                <c:pt idx="1">
                  <c:v>0.8338455477017331</c:v>
                </c:pt>
                <c:pt idx="2">
                  <c:v>1.667867769383974</c:v>
                </c:pt>
                <c:pt idx="3">
                  <c:v>2.5022436762144866</c:v>
                </c:pt>
                <c:pt idx="4">
                  <c:v>3.3371509555235894</c:v>
                </c:pt>
                <c:pt idx="5">
                  <c:v>4.172768313379791</c:v>
                </c:pt>
                <c:pt idx="6">
                  <c:v>5.009275822608845</c:v>
                </c:pt>
                <c:pt idx="7">
                  <c:v>5.846855278161183</c:v>
                </c:pt>
                <c:pt idx="8">
                  <c:v>6.685690561808424</c:v>
                </c:pt>
                <c:pt idx="9">
                  <c:v>7.525968018250378</c:v>
                </c:pt>
                <c:pt idx="10">
                  <c:v>8.367876844836692</c:v>
                </c:pt>
                <c:pt idx="11">
                  <c:v>9.211609497259122</c:v>
                </c:pt>
                <c:pt idx="12">
                  <c:v>10.057362113745265</c:v>
                </c:pt>
                <c:pt idx="13">
                  <c:v>10.905334960500175</c:v>
                </c:pt>
                <c:pt idx="14">
                  <c:v>11.755732901383695</c:v>
                </c:pt>
                <c:pt idx="15">
                  <c:v>12.608765895103982</c:v>
                </c:pt>
                <c:pt idx="16">
                  <c:v>13.46464952353833</c:v>
                </c:pt>
                <c:pt idx="17">
                  <c:v>14.323605555184194</c:v>
                </c:pt>
                <c:pt idx="18">
                  <c:v>15.185862548192361</c:v>
                </c:pt>
                <c:pt idx="19">
                  <c:v>16.051656497957545</c:v>
                </c:pt>
                <c:pt idx="20">
                  <c:v>16.92123153484829</c:v>
                </c:pt>
                <c:pt idx="21">
                  <c:v>17.79484067836307</c:v>
                </c:pt>
                <c:pt idx="22">
                  <c:v>18.672746654820255</c:v>
                </c:pt>
                <c:pt idx="23">
                  <c:v>19.555222786647224</c:v>
                </c:pt>
                <c:pt idx="24">
                  <c:v>20.44255396245186</c:v>
                </c:pt>
                <c:pt idx="25">
                  <c:v>21.335037698370417</c:v>
                </c:pt>
                <c:pt idx="26">
                  <c:v>22.23298530272694</c:v>
                </c:pt>
                <c:pt idx="27">
                  <c:v>23.13672315785451</c:v>
                </c:pt>
                <c:pt idx="28">
                  <c:v>24.04659413507657</c:v>
                </c:pt>
                <c:pt idx="29">
                  <c:v>24.962959161395194</c:v>
                </c:pt>
                <c:pt idx="30">
                  <c:v>25.88619895946823</c:v>
                </c:pt>
                <c:pt idx="31">
                  <c:v>26.81671598609169</c:v>
                </c:pt>
                <c:pt idx="32">
                  <c:v>27.754936598763102</c:v>
                </c:pt>
                <c:pt idx="33">
                  <c:v>28.701313485167496</c:v>
                </c:pt>
                <c:pt idx="34">
                  <c:v>29.656328396806202</c:v>
                </c:pt>
                <c:pt idx="35">
                  <c:v>30.620495235763446</c:v>
                </c:pt>
                <c:pt idx="36">
                  <c:v>31.59436355312748</c:v>
                </c:pt>
                <c:pt idx="37">
                  <c:v>32.57852252931045</c:v>
                </c:pt>
                <c:pt idx="38">
                  <c:v>33.57360552104145</c:v>
                </c:pt>
                <c:pt idx="39">
                  <c:v>34.58029527792595</c:v>
                </c:pt>
                <c:pt idx="40">
                  <c:v>35.599329954205565</c:v>
                </c:pt>
                <c:pt idx="41">
                  <c:v>36.63151007010179</c:v>
                </c:pt>
                <c:pt idx="42">
                  <c:v>37.67770661374841</c:v>
                </c:pt>
                <c:pt idx="43">
                  <c:v>38.73887052174098</c:v>
                </c:pt>
                <c:pt idx="44">
                  <c:v>39.81604383724587</c:v>
                </c:pt>
                <c:pt idx="45">
                  <c:v>40.9103729242481</c:v>
                </c:pt>
                <c:pt idx="46">
                  <c:v>42.02312422167777</c:v>
                </c:pt>
                <c:pt idx="47">
                  <c:v>43.15570316152849</c:v>
                </c:pt>
                <c:pt idx="48">
                  <c:v>44.30967706464807</c:v>
                </c:pt>
                <c:pt idx="49">
                  <c:v>45.486803087231465</c:v>
                </c:pt>
                <c:pt idx="50">
                  <c:v>46.68906264995027</c:v>
                </c:pt>
                <c:pt idx="51">
                  <c:v>47.91870428931184</c:v>
                </c:pt>
                <c:pt idx="52">
                  <c:v>49.1782975924307</c:v>
                </c:pt>
                <c:pt idx="53">
                  <c:v>50.47080193417148</c:v>
                </c:pt>
                <c:pt idx="54">
                  <c:v>51.79965530371329</c:v>
                </c:pt>
                <c:pt idx="55">
                  <c:v>53.16889089523083</c:v>
                </c:pt>
                <c:pt idx="56">
                  <c:v>54.58329286145993</c:v>
                </c:pt>
                <c:pt idx="57">
                  <c:v>56.04860860751325</c:v>
                </c:pt>
                <c:pt idx="58">
                  <c:v>57.57184491915759</c:v>
                </c:pt>
                <c:pt idx="59">
                  <c:v>59.16169230100288</c:v>
                </c:pt>
                <c:pt idx="60">
                  <c:v>60.829152644612805</c:v>
                </c:pt>
                <c:pt idx="61">
                  <c:v>62.58850364091357</c:v>
                </c:pt>
                <c:pt idx="62">
                  <c:v>64.45885103492077</c:v>
                </c:pt>
                <c:pt idx="63">
                  <c:v>66.46677646490788</c:v>
                </c:pt>
                <c:pt idx="64">
                  <c:v>68.65120582118824</c:v>
                </c:pt>
                <c:pt idx="65">
                  <c:v>71.07331147737858</c:v>
                </c:pt>
                <c:pt idx="66">
                  <c:v>73.83979145782315</c:v>
                </c:pt>
                <c:pt idx="67">
                  <c:v>77.17176228766921</c:v>
                </c:pt>
                <c:pt idx="68">
                  <c:v>81.72667299726528</c:v>
                </c:pt>
              </c:numCache>
            </c:numRef>
          </c:yVal>
          <c:smooth val="0"/>
        </c:ser>
        <c:ser>
          <c:idx val="5"/>
          <c:order val="5"/>
          <c:tx>
            <c:strRef>
              <c:f>Sheet1!$B$654</c:f>
              <c:strCache>
                <c:ptCount val="1"/>
                <c:pt idx="0">
                  <c:v>0.50 m, 0°</c:v>
                </c:pt>
              </c:strCache>
            </c:strRef>
          </c:tx>
          <c:spPr>
            <a:ln w="22225">
              <a:solidFill>
                <a:srgbClr val="0C8B96"/>
              </a:solidFill>
            </a:ln>
          </c:spPr>
          <c:marker>
            <c:symbol val="none"/>
          </c:marker>
          <c:xVal>
            <c:numRef>
              <c:f>Sheet1!$A$655:$A$709</c:f>
              <c:numCache>
                <c:formatCode>General</c:formatCode>
                <c:ptCount val="55"/>
                <c:pt idx="0">
                  <c:v>0.0</c:v>
                </c:pt>
                <c:pt idx="1">
                  <c:v>0.125</c:v>
                </c:pt>
                <c:pt idx="2">
                  <c:v>0.25</c:v>
                </c:pt>
                <c:pt idx="3">
                  <c:v>0.375</c:v>
                </c:pt>
                <c:pt idx="4">
                  <c:v>0.5</c:v>
                </c:pt>
                <c:pt idx="5">
                  <c:v>0.625</c:v>
                </c:pt>
                <c:pt idx="6">
                  <c:v>0.75</c:v>
                </c:pt>
                <c:pt idx="7">
                  <c:v>0.875</c:v>
                </c:pt>
                <c:pt idx="8">
                  <c:v>1.0</c:v>
                </c:pt>
                <c:pt idx="9">
                  <c:v>1.125</c:v>
                </c:pt>
                <c:pt idx="10">
                  <c:v>1.25</c:v>
                </c:pt>
                <c:pt idx="11">
                  <c:v>1.375</c:v>
                </c:pt>
                <c:pt idx="12">
                  <c:v>1.5</c:v>
                </c:pt>
                <c:pt idx="13">
                  <c:v>1.625</c:v>
                </c:pt>
                <c:pt idx="14">
                  <c:v>1.75</c:v>
                </c:pt>
                <c:pt idx="15">
                  <c:v>1.875</c:v>
                </c:pt>
                <c:pt idx="16">
                  <c:v>2.0</c:v>
                </c:pt>
                <c:pt idx="17">
                  <c:v>2.125</c:v>
                </c:pt>
                <c:pt idx="18">
                  <c:v>2.25</c:v>
                </c:pt>
                <c:pt idx="19">
                  <c:v>2.375</c:v>
                </c:pt>
                <c:pt idx="20">
                  <c:v>2.5</c:v>
                </c:pt>
                <c:pt idx="21">
                  <c:v>2.625</c:v>
                </c:pt>
                <c:pt idx="22">
                  <c:v>2.75</c:v>
                </c:pt>
                <c:pt idx="23">
                  <c:v>2.875</c:v>
                </c:pt>
                <c:pt idx="24">
                  <c:v>3.0</c:v>
                </c:pt>
                <c:pt idx="25">
                  <c:v>3.125</c:v>
                </c:pt>
                <c:pt idx="26">
                  <c:v>3.25</c:v>
                </c:pt>
                <c:pt idx="27">
                  <c:v>3.375</c:v>
                </c:pt>
                <c:pt idx="28">
                  <c:v>3.5</c:v>
                </c:pt>
                <c:pt idx="29">
                  <c:v>3.625</c:v>
                </c:pt>
                <c:pt idx="30">
                  <c:v>3.75</c:v>
                </c:pt>
                <c:pt idx="31">
                  <c:v>3.875</c:v>
                </c:pt>
                <c:pt idx="32">
                  <c:v>4.0</c:v>
                </c:pt>
                <c:pt idx="33">
                  <c:v>4.125</c:v>
                </c:pt>
                <c:pt idx="34">
                  <c:v>4.25</c:v>
                </c:pt>
                <c:pt idx="35">
                  <c:v>4.375</c:v>
                </c:pt>
                <c:pt idx="36">
                  <c:v>4.5</c:v>
                </c:pt>
                <c:pt idx="37">
                  <c:v>4.625</c:v>
                </c:pt>
                <c:pt idx="38">
                  <c:v>4.75</c:v>
                </c:pt>
                <c:pt idx="39">
                  <c:v>4.875</c:v>
                </c:pt>
                <c:pt idx="40">
                  <c:v>5.0</c:v>
                </c:pt>
                <c:pt idx="41">
                  <c:v>5.125</c:v>
                </c:pt>
                <c:pt idx="42">
                  <c:v>5.25</c:v>
                </c:pt>
                <c:pt idx="43">
                  <c:v>5.375</c:v>
                </c:pt>
                <c:pt idx="44">
                  <c:v>5.5</c:v>
                </c:pt>
                <c:pt idx="45">
                  <c:v>5.625</c:v>
                </c:pt>
                <c:pt idx="46">
                  <c:v>5.75</c:v>
                </c:pt>
                <c:pt idx="47">
                  <c:v>5.875</c:v>
                </c:pt>
                <c:pt idx="48">
                  <c:v>6.0</c:v>
                </c:pt>
                <c:pt idx="49">
                  <c:v>6.125</c:v>
                </c:pt>
                <c:pt idx="50">
                  <c:v>6.25</c:v>
                </c:pt>
                <c:pt idx="51">
                  <c:v>6.375</c:v>
                </c:pt>
                <c:pt idx="52">
                  <c:v>6.5</c:v>
                </c:pt>
                <c:pt idx="53">
                  <c:v>6.625</c:v>
                </c:pt>
                <c:pt idx="54">
                  <c:v>6.75</c:v>
                </c:pt>
              </c:numCache>
            </c:numRef>
          </c:xVal>
          <c:yVal>
            <c:numRef>
              <c:f>Sheet1!$B$655:$B$709</c:f>
              <c:numCache>
                <c:formatCode>General</c:formatCode>
                <c:ptCount val="55"/>
                <c:pt idx="0">
                  <c:v>0.0</c:v>
                </c:pt>
                <c:pt idx="1">
                  <c:v>1.0423276337978855</c:v>
                </c:pt>
                <c:pt idx="2">
                  <c:v>2.0850004265378206</c:v>
                </c:pt>
                <c:pt idx="3">
                  <c:v>3.128364567196908</c:v>
                </c:pt>
                <c:pt idx="4">
                  <c:v>4.172768313379965</c:v>
                </c:pt>
                <c:pt idx="5">
                  <c:v>5.218563047159732</c:v>
                </c:pt>
                <c:pt idx="6">
                  <c:v>6.26610435714934</c:v>
                </c:pt>
                <c:pt idx="7">
                  <c:v>7.315753156214349</c:v>
                </c:pt>
                <c:pt idx="8">
                  <c:v>8.367876844837042</c:v>
                </c:pt>
                <c:pt idx="9">
                  <c:v>9.422850530919138</c:v>
                </c:pt>
                <c:pt idx="10">
                  <c:v>10.481058317789248</c:v>
                </c:pt>
                <c:pt idx="11">
                  <c:v>11.542894673390794</c:v>
                </c:pt>
                <c:pt idx="12">
                  <c:v>12.60876589510448</c:v>
                </c:pt>
                <c:pt idx="13">
                  <c:v>13.679091686445009</c:v>
                </c:pt>
                <c:pt idx="14">
                  <c:v>14.754306864033573</c:v>
                </c:pt>
                <c:pt idx="15">
                  <c:v>15.83486321584314</c:v>
                </c:pt>
                <c:pt idx="16">
                  <c:v>16.921231534848115</c:v>
                </c:pt>
                <c:pt idx="17">
                  <c:v>18.01390385597658</c:v>
                </c:pt>
                <c:pt idx="18">
                  <c:v>19.11339592882067</c:v>
                </c:pt>
                <c:pt idx="19">
                  <c:v>20.22024996407425</c:v>
                </c:pt>
                <c:pt idx="20">
                  <c:v>21.335037698369646</c:v>
                </c:pt>
                <c:pt idx="21">
                  <c:v>22.458363830362337</c:v>
                </c:pt>
                <c:pt idx="22">
                  <c:v>23.590869890932122</c:v>
                </c:pt>
                <c:pt idx="23">
                  <c:v>24.73323862271514</c:v>
                </c:pt>
                <c:pt idx="24">
                  <c:v>25.886198959467677</c:v>
                </c:pt>
                <c:pt idx="25">
                  <c:v>27.050531714809946</c:v>
                </c:pt>
                <c:pt idx="26">
                  <c:v>28.227076113779024</c:v>
                </c:pt>
                <c:pt idx="27">
                  <c:v>29.41673733076694</c:v>
                </c:pt>
                <c:pt idx="28">
                  <c:v>30.620495235761073</c:v>
                </c:pt>
                <c:pt idx="29">
                  <c:v>31.839414599945773</c:v>
                </c:pt>
                <c:pt idx="30">
                  <c:v>33.07465707524747</c:v>
                </c:pt>
                <c:pt idx="31">
                  <c:v>34.32749534526728</c:v>
                </c:pt>
                <c:pt idx="32">
                  <c:v>35.59932995419421</c:v>
                </c:pt>
                <c:pt idx="33">
                  <c:v>36.89170946558734</c:v>
                </c:pt>
                <c:pt idx="34">
                  <c:v>38.20635479858297</c:v>
                </c:pt>
                <c:pt idx="35">
                  <c:v>39.54518885554601</c:v>
                </c:pt>
                <c:pt idx="36">
                  <c:v>40.91037292426605</c:v>
                </c:pt>
                <c:pt idx="37">
                  <c:v>42.30435185346974</c:v>
                </c:pt>
                <c:pt idx="38">
                  <c:v>43.72991073745313</c:v>
                </c:pt>
                <c:pt idx="39">
                  <c:v>45.190246912833736</c:v>
                </c:pt>
                <c:pt idx="40">
                  <c:v>46.689062649950095</c:v>
                </c:pt>
                <c:pt idx="41">
                  <c:v>48.23068630939184</c:v>
                </c:pt>
                <c:pt idx="42">
                  <c:v>49.82023343446994</c:v>
                </c:pt>
                <c:pt idx="43">
                  <c:v>51.463825145558374</c:v>
                </c:pt>
                <c:pt idx="44">
                  <c:v>53.168890895230426</c:v>
                </c:pt>
                <c:pt idx="45">
                  <c:v>54.94459916996288</c:v>
                </c:pt>
                <c:pt idx="46">
                  <c:v>56.80248911828426</c:v>
                </c:pt>
                <c:pt idx="47">
                  <c:v>58.757431032842256</c:v>
                </c:pt>
                <c:pt idx="48">
                  <c:v>60.829152644610154</c:v>
                </c:pt>
                <c:pt idx="49">
                  <c:v>63.044800918373085</c:v>
                </c:pt>
                <c:pt idx="50">
                  <c:v>65.44355354128388</c:v>
                </c:pt>
                <c:pt idx="51">
                  <c:v>68.0857299394935</c:v>
                </c:pt>
                <c:pt idx="52">
                  <c:v>71.07331147737914</c:v>
                </c:pt>
                <c:pt idx="53">
                  <c:v>74.60647752445692</c:v>
                </c:pt>
                <c:pt idx="54">
                  <c:v>79.20893682367783</c:v>
                </c:pt>
              </c:numCache>
            </c:numRef>
          </c:yVal>
          <c:smooth val="0"/>
        </c:ser>
        <c:ser>
          <c:idx val="6"/>
          <c:order val="6"/>
          <c:tx>
            <c:strRef>
              <c:f>Sheet1!$B$711</c:f>
              <c:strCache>
                <c:ptCount val="1"/>
                <c:pt idx="0">
                  <c:v>0.05 m, 45°</c:v>
                </c:pt>
              </c:strCache>
            </c:strRef>
          </c:tx>
          <c:spPr>
            <a:ln w="22225">
              <a:solidFill>
                <a:srgbClr val="B2432C"/>
              </a:solidFill>
            </a:ln>
          </c:spPr>
          <c:marker>
            <c:symbol val="none"/>
          </c:marker>
          <c:xVal>
            <c:numRef>
              <c:f>Sheet1!$A$712:$A$888</c:f>
              <c:numCache>
                <c:formatCode>General</c:formatCode>
                <c:ptCount val="177"/>
                <c:pt idx="0">
                  <c:v>0.0</c:v>
                </c:pt>
                <c:pt idx="1">
                  <c:v>0.0125</c:v>
                </c:pt>
                <c:pt idx="2">
                  <c:v>0.025</c:v>
                </c:pt>
                <c:pt idx="3">
                  <c:v>0.037500000000000006</c:v>
                </c:pt>
                <c:pt idx="4">
                  <c:v>0.05</c:v>
                </c:pt>
                <c:pt idx="5">
                  <c:v>0.0625</c:v>
                </c:pt>
                <c:pt idx="6">
                  <c:v>0.07500000000000001</c:v>
                </c:pt>
                <c:pt idx="7">
                  <c:v>0.08750000000000001</c:v>
                </c:pt>
                <c:pt idx="8">
                  <c:v>0.1</c:v>
                </c:pt>
                <c:pt idx="9">
                  <c:v>0.1125</c:v>
                </c:pt>
                <c:pt idx="10">
                  <c:v>0.125</c:v>
                </c:pt>
                <c:pt idx="11">
                  <c:v>0.1375</c:v>
                </c:pt>
                <c:pt idx="12">
                  <c:v>0.15000000000000002</c:v>
                </c:pt>
                <c:pt idx="13">
                  <c:v>0.1625</c:v>
                </c:pt>
                <c:pt idx="14">
                  <c:v>0.17500000000000002</c:v>
                </c:pt>
                <c:pt idx="15">
                  <c:v>0.1875</c:v>
                </c:pt>
                <c:pt idx="16">
                  <c:v>0.2</c:v>
                </c:pt>
                <c:pt idx="17">
                  <c:v>0.21250000000000002</c:v>
                </c:pt>
                <c:pt idx="18">
                  <c:v>0.225</c:v>
                </c:pt>
                <c:pt idx="19">
                  <c:v>0.23750000000000002</c:v>
                </c:pt>
                <c:pt idx="20">
                  <c:v>0.25</c:v>
                </c:pt>
                <c:pt idx="21">
                  <c:v>0.2625</c:v>
                </c:pt>
                <c:pt idx="22">
                  <c:v>0.275</c:v>
                </c:pt>
                <c:pt idx="23">
                  <c:v>0.28750000000000003</c:v>
                </c:pt>
                <c:pt idx="24">
                  <c:v>0.30000000000000004</c:v>
                </c:pt>
                <c:pt idx="25">
                  <c:v>0.3125</c:v>
                </c:pt>
                <c:pt idx="26">
                  <c:v>0.325</c:v>
                </c:pt>
                <c:pt idx="27">
                  <c:v>0.3375</c:v>
                </c:pt>
                <c:pt idx="28">
                  <c:v>0.35000000000000003</c:v>
                </c:pt>
                <c:pt idx="29">
                  <c:v>0.36250000000000004</c:v>
                </c:pt>
                <c:pt idx="30">
                  <c:v>0.375</c:v>
                </c:pt>
                <c:pt idx="31">
                  <c:v>0.3875</c:v>
                </c:pt>
                <c:pt idx="32">
                  <c:v>0.4</c:v>
                </c:pt>
                <c:pt idx="33">
                  <c:v>0.41250000000000003</c:v>
                </c:pt>
                <c:pt idx="34">
                  <c:v>0.42500000000000004</c:v>
                </c:pt>
                <c:pt idx="35">
                  <c:v>0.4375</c:v>
                </c:pt>
                <c:pt idx="36">
                  <c:v>0.45</c:v>
                </c:pt>
                <c:pt idx="37">
                  <c:v>0.4625</c:v>
                </c:pt>
                <c:pt idx="38">
                  <c:v>0.47500000000000003</c:v>
                </c:pt>
                <c:pt idx="39">
                  <c:v>0.48750000000000004</c:v>
                </c:pt>
                <c:pt idx="40">
                  <c:v>0.5</c:v>
                </c:pt>
                <c:pt idx="41">
                  <c:v>0.5125000000000001</c:v>
                </c:pt>
                <c:pt idx="42">
                  <c:v>0.525</c:v>
                </c:pt>
                <c:pt idx="43">
                  <c:v>0.5375</c:v>
                </c:pt>
                <c:pt idx="44">
                  <c:v>0.55</c:v>
                </c:pt>
                <c:pt idx="45">
                  <c:v>0.5625</c:v>
                </c:pt>
                <c:pt idx="46">
                  <c:v>0.5750000000000001</c:v>
                </c:pt>
                <c:pt idx="47">
                  <c:v>0.5875</c:v>
                </c:pt>
                <c:pt idx="48">
                  <c:v>0.6000000000000001</c:v>
                </c:pt>
                <c:pt idx="49">
                  <c:v>0.6125</c:v>
                </c:pt>
                <c:pt idx="50">
                  <c:v>0.625</c:v>
                </c:pt>
                <c:pt idx="51">
                  <c:v>0.6375000000000001</c:v>
                </c:pt>
                <c:pt idx="52">
                  <c:v>0.65</c:v>
                </c:pt>
                <c:pt idx="53">
                  <c:v>0.6625000000000001</c:v>
                </c:pt>
                <c:pt idx="54">
                  <c:v>0.675</c:v>
                </c:pt>
                <c:pt idx="55">
                  <c:v>0.6875</c:v>
                </c:pt>
                <c:pt idx="56">
                  <c:v>0.7000000000000001</c:v>
                </c:pt>
                <c:pt idx="57">
                  <c:v>0.7125</c:v>
                </c:pt>
                <c:pt idx="58">
                  <c:v>0.7250000000000001</c:v>
                </c:pt>
                <c:pt idx="59">
                  <c:v>0.7375</c:v>
                </c:pt>
                <c:pt idx="60">
                  <c:v>0.75</c:v>
                </c:pt>
                <c:pt idx="61">
                  <c:v>0.7625000000000001</c:v>
                </c:pt>
                <c:pt idx="62">
                  <c:v>0.775</c:v>
                </c:pt>
                <c:pt idx="63">
                  <c:v>0.7875000000000001</c:v>
                </c:pt>
                <c:pt idx="64">
                  <c:v>0.8</c:v>
                </c:pt>
                <c:pt idx="65">
                  <c:v>0.8125</c:v>
                </c:pt>
                <c:pt idx="66">
                  <c:v>0.8250000000000001</c:v>
                </c:pt>
                <c:pt idx="67">
                  <c:v>0.8375</c:v>
                </c:pt>
                <c:pt idx="68">
                  <c:v>0.8500000000000001</c:v>
                </c:pt>
                <c:pt idx="69">
                  <c:v>0.8625</c:v>
                </c:pt>
                <c:pt idx="70">
                  <c:v>0.875</c:v>
                </c:pt>
                <c:pt idx="71">
                  <c:v>0.8875000000000001</c:v>
                </c:pt>
                <c:pt idx="72">
                  <c:v>0.9</c:v>
                </c:pt>
                <c:pt idx="73">
                  <c:v>0.9125000000000001</c:v>
                </c:pt>
                <c:pt idx="74">
                  <c:v>0.925</c:v>
                </c:pt>
                <c:pt idx="75">
                  <c:v>0.9375</c:v>
                </c:pt>
                <c:pt idx="76">
                  <c:v>0.9500000000000001</c:v>
                </c:pt>
                <c:pt idx="77">
                  <c:v>0.9625</c:v>
                </c:pt>
                <c:pt idx="78">
                  <c:v>0.9750000000000001</c:v>
                </c:pt>
                <c:pt idx="79">
                  <c:v>0.9875</c:v>
                </c:pt>
                <c:pt idx="80">
                  <c:v>1.0</c:v>
                </c:pt>
                <c:pt idx="81">
                  <c:v>1.0125</c:v>
                </c:pt>
                <c:pt idx="82">
                  <c:v>1.0250000000000001</c:v>
                </c:pt>
                <c:pt idx="83">
                  <c:v>1.0375</c:v>
                </c:pt>
                <c:pt idx="84">
                  <c:v>1.05</c:v>
                </c:pt>
                <c:pt idx="85">
                  <c:v>1.0625</c:v>
                </c:pt>
                <c:pt idx="86">
                  <c:v>1.075</c:v>
                </c:pt>
                <c:pt idx="87">
                  <c:v>1.0875000000000001</c:v>
                </c:pt>
                <c:pt idx="88">
                  <c:v>1.1</c:v>
                </c:pt>
                <c:pt idx="89">
                  <c:v>1.1125</c:v>
                </c:pt>
                <c:pt idx="90">
                  <c:v>1.125</c:v>
                </c:pt>
                <c:pt idx="91">
                  <c:v>1.1375</c:v>
                </c:pt>
                <c:pt idx="92">
                  <c:v>1.1500000000000001</c:v>
                </c:pt>
                <c:pt idx="93">
                  <c:v>1.1625</c:v>
                </c:pt>
                <c:pt idx="94">
                  <c:v>1.175</c:v>
                </c:pt>
                <c:pt idx="95">
                  <c:v>1.1875</c:v>
                </c:pt>
                <c:pt idx="96">
                  <c:v>1.2000000000000002</c:v>
                </c:pt>
                <c:pt idx="97">
                  <c:v>1.2125000000000001</c:v>
                </c:pt>
                <c:pt idx="98">
                  <c:v>1.225</c:v>
                </c:pt>
                <c:pt idx="99">
                  <c:v>1.2375</c:v>
                </c:pt>
                <c:pt idx="100">
                  <c:v>1.25</c:v>
                </c:pt>
                <c:pt idx="101">
                  <c:v>1.2625000000000002</c:v>
                </c:pt>
                <c:pt idx="102">
                  <c:v>1.2750000000000001</c:v>
                </c:pt>
                <c:pt idx="103">
                  <c:v>1.2875</c:v>
                </c:pt>
                <c:pt idx="104">
                  <c:v>1.3</c:v>
                </c:pt>
                <c:pt idx="105">
                  <c:v>1.3125</c:v>
                </c:pt>
                <c:pt idx="106">
                  <c:v>1.3250000000000002</c:v>
                </c:pt>
                <c:pt idx="107">
                  <c:v>1.3375000000000001</c:v>
                </c:pt>
                <c:pt idx="108">
                  <c:v>1.35</c:v>
                </c:pt>
                <c:pt idx="109">
                  <c:v>1.3625</c:v>
                </c:pt>
                <c:pt idx="110">
                  <c:v>1.375</c:v>
                </c:pt>
                <c:pt idx="111">
                  <c:v>1.3875000000000002</c:v>
                </c:pt>
                <c:pt idx="112">
                  <c:v>1.4000000000000001</c:v>
                </c:pt>
                <c:pt idx="113">
                  <c:v>1.4125</c:v>
                </c:pt>
                <c:pt idx="114">
                  <c:v>1.425</c:v>
                </c:pt>
                <c:pt idx="115">
                  <c:v>1.4375</c:v>
                </c:pt>
                <c:pt idx="116">
                  <c:v>1.4500000000000002</c:v>
                </c:pt>
                <c:pt idx="117">
                  <c:v>1.4625000000000001</c:v>
                </c:pt>
                <c:pt idx="118">
                  <c:v>1.475</c:v>
                </c:pt>
                <c:pt idx="119">
                  <c:v>1.4875</c:v>
                </c:pt>
                <c:pt idx="120">
                  <c:v>1.5</c:v>
                </c:pt>
                <c:pt idx="121">
                  <c:v>1.5125000000000002</c:v>
                </c:pt>
                <c:pt idx="122">
                  <c:v>1.5250000000000001</c:v>
                </c:pt>
                <c:pt idx="123">
                  <c:v>1.5375</c:v>
                </c:pt>
                <c:pt idx="124">
                  <c:v>1.55</c:v>
                </c:pt>
                <c:pt idx="125">
                  <c:v>1.5625</c:v>
                </c:pt>
                <c:pt idx="126">
                  <c:v>1.5750000000000002</c:v>
                </c:pt>
                <c:pt idx="127">
                  <c:v>1.5875000000000001</c:v>
                </c:pt>
                <c:pt idx="128">
                  <c:v>1.6</c:v>
                </c:pt>
                <c:pt idx="129">
                  <c:v>1.6125</c:v>
                </c:pt>
                <c:pt idx="130">
                  <c:v>1.625</c:v>
                </c:pt>
                <c:pt idx="131">
                  <c:v>1.6375000000000002</c:v>
                </c:pt>
                <c:pt idx="132">
                  <c:v>1.6500000000000001</c:v>
                </c:pt>
                <c:pt idx="133">
                  <c:v>1.6625</c:v>
                </c:pt>
                <c:pt idx="134">
                  <c:v>1.675</c:v>
                </c:pt>
                <c:pt idx="135">
                  <c:v>1.6875</c:v>
                </c:pt>
                <c:pt idx="136">
                  <c:v>1.7000000000000002</c:v>
                </c:pt>
                <c:pt idx="137">
                  <c:v>1.7125000000000001</c:v>
                </c:pt>
                <c:pt idx="138">
                  <c:v>1.725</c:v>
                </c:pt>
                <c:pt idx="139">
                  <c:v>1.7375</c:v>
                </c:pt>
                <c:pt idx="140">
                  <c:v>1.75</c:v>
                </c:pt>
                <c:pt idx="141">
                  <c:v>1.7625000000000002</c:v>
                </c:pt>
                <c:pt idx="142">
                  <c:v>1.7750000000000001</c:v>
                </c:pt>
                <c:pt idx="143">
                  <c:v>1.7875</c:v>
                </c:pt>
                <c:pt idx="144">
                  <c:v>1.8</c:v>
                </c:pt>
                <c:pt idx="145">
                  <c:v>1.8125</c:v>
                </c:pt>
                <c:pt idx="146">
                  <c:v>1.8250000000000002</c:v>
                </c:pt>
                <c:pt idx="147">
                  <c:v>1.8375000000000001</c:v>
                </c:pt>
                <c:pt idx="148">
                  <c:v>1.85</c:v>
                </c:pt>
                <c:pt idx="149">
                  <c:v>1.8625</c:v>
                </c:pt>
                <c:pt idx="150">
                  <c:v>1.875</c:v>
                </c:pt>
                <c:pt idx="151">
                  <c:v>1.8875000000000002</c:v>
                </c:pt>
                <c:pt idx="152">
                  <c:v>1.9000000000000001</c:v>
                </c:pt>
                <c:pt idx="153">
                  <c:v>1.9125</c:v>
                </c:pt>
                <c:pt idx="154">
                  <c:v>1.925</c:v>
                </c:pt>
                <c:pt idx="155">
                  <c:v>1.9375</c:v>
                </c:pt>
                <c:pt idx="156">
                  <c:v>1.9500000000000002</c:v>
                </c:pt>
                <c:pt idx="157">
                  <c:v>1.9625000000000001</c:v>
                </c:pt>
                <c:pt idx="158">
                  <c:v>1.975</c:v>
                </c:pt>
                <c:pt idx="159">
                  <c:v>1.9875</c:v>
                </c:pt>
                <c:pt idx="160">
                  <c:v>2.0</c:v>
                </c:pt>
                <c:pt idx="161">
                  <c:v>2.0125</c:v>
                </c:pt>
                <c:pt idx="162">
                  <c:v>2.025</c:v>
                </c:pt>
                <c:pt idx="163">
                  <c:v>2.0375</c:v>
                </c:pt>
                <c:pt idx="164">
                  <c:v>2.0500000000000003</c:v>
                </c:pt>
                <c:pt idx="165">
                  <c:v>2.0625</c:v>
                </c:pt>
                <c:pt idx="166">
                  <c:v>2.075</c:v>
                </c:pt>
                <c:pt idx="167">
                  <c:v>2.0875</c:v>
                </c:pt>
                <c:pt idx="168">
                  <c:v>2.1</c:v>
                </c:pt>
                <c:pt idx="169">
                  <c:v>2.1125000000000003</c:v>
                </c:pt>
                <c:pt idx="170">
                  <c:v>2.125</c:v>
                </c:pt>
                <c:pt idx="171">
                  <c:v>2.1375</c:v>
                </c:pt>
                <c:pt idx="172">
                  <c:v>2.15</c:v>
                </c:pt>
                <c:pt idx="173">
                  <c:v>2.1625</c:v>
                </c:pt>
                <c:pt idx="174">
                  <c:v>2.1750000000000003</c:v>
                </c:pt>
                <c:pt idx="175">
                  <c:v>2.1875</c:v>
                </c:pt>
                <c:pt idx="176">
                  <c:v>2.2</c:v>
                </c:pt>
              </c:numCache>
            </c:numRef>
          </c:xVal>
          <c:yVal>
            <c:numRef>
              <c:f>Sheet1!$B$712:$B$888</c:f>
              <c:numCache>
                <c:formatCode>General</c:formatCode>
                <c:ptCount val="177"/>
                <c:pt idx="0">
                  <c:v>0.0</c:v>
                </c:pt>
                <c:pt idx="1">
                  <c:v>0.1042270716423719</c:v>
                </c:pt>
                <c:pt idx="2">
                  <c:v>0.2084544881873094</c:v>
                </c:pt>
                <c:pt idx="3">
                  <c:v>0.31268259455307756</c:v>
                </c:pt>
                <c:pt idx="4">
                  <c:v>0.41691173567360434</c:v>
                </c:pt>
                <c:pt idx="5">
                  <c:v>0.5211422565145304</c:v>
                </c:pt>
                <c:pt idx="6">
                  <c:v>0.6253745020836635</c:v>
                </c:pt>
                <c:pt idx="7">
                  <c:v>0.7296088174394356</c:v>
                </c:pt>
                <c:pt idx="8">
                  <c:v>0.8338455477017331</c:v>
                </c:pt>
                <c:pt idx="9">
                  <c:v>0.9380850380632557</c:v>
                </c:pt>
                <c:pt idx="10">
                  <c:v>1.0423276337982352</c:v>
                </c:pt>
                <c:pt idx="11">
                  <c:v>1.1465736802736943</c:v>
                </c:pt>
                <c:pt idx="12">
                  <c:v>1.250823522959722</c:v>
                </c:pt>
                <c:pt idx="13">
                  <c:v>1.355077507439297</c:v>
                </c:pt>
                <c:pt idx="14">
                  <c:v>1.4593359794188847</c:v>
                </c:pt>
                <c:pt idx="15">
                  <c:v>1.5635992847389815</c:v>
                </c:pt>
                <c:pt idx="16">
                  <c:v>1.6678677693841928</c:v>
                </c:pt>
                <c:pt idx="17">
                  <c:v>1.772141779494064</c:v>
                </c:pt>
                <c:pt idx="18">
                  <c:v>1.8764216613724338</c:v>
                </c:pt>
                <c:pt idx="19">
                  <c:v>1.9807077614984276</c:v>
                </c:pt>
                <c:pt idx="20">
                  <c:v>2.085000426537995</c:v>
                </c:pt>
                <c:pt idx="21">
                  <c:v>2.1893000033518155</c:v>
                </c:pt>
                <c:pt idx="22">
                  <c:v>2.2936068390081923</c:v>
                </c:pt>
                <c:pt idx="23">
                  <c:v>2.3979212807919823</c:v>
                </c:pt>
                <c:pt idx="24">
                  <c:v>2.5022436762150693</c:v>
                </c:pt>
                <c:pt idx="25">
                  <c:v>2.606574373028668</c:v>
                </c:pt>
                <c:pt idx="26">
                  <c:v>2.7109137192311707</c:v>
                </c:pt>
                <c:pt idx="27">
                  <c:v>2.815262063080598</c:v>
                </c:pt>
                <c:pt idx="28">
                  <c:v>2.919619753104633</c:v>
                </c:pt>
                <c:pt idx="29">
                  <c:v>3.0239871381107544</c:v>
                </c:pt>
                <c:pt idx="30">
                  <c:v>3.1283645671974907</c:v>
                </c:pt>
                <c:pt idx="31">
                  <c:v>3.2327523897647414</c:v>
                </c:pt>
                <c:pt idx="32">
                  <c:v>3.3371509555242453</c:v>
                </c:pt>
                <c:pt idx="33">
                  <c:v>3.441560614510266</c:v>
                </c:pt>
                <c:pt idx="34">
                  <c:v>3.545981717091181</c:v>
                </c:pt>
                <c:pt idx="35">
                  <c:v>3.6504146139784837</c:v>
                </c:pt>
                <c:pt idx="36">
                  <c:v>3.7548596562392507</c:v>
                </c:pt>
                <c:pt idx="37">
                  <c:v>3.8593171953060272</c:v>
                </c:pt>
                <c:pt idx="38">
                  <c:v>3.9637875829879166</c:v>
                </c:pt>
                <c:pt idx="39">
                  <c:v>4.068271171480965</c:v>
                </c:pt>
                <c:pt idx="40">
                  <c:v>4.172768313379965</c:v>
                </c:pt>
                <c:pt idx="41">
                  <c:v>4.277279361688292</c:v>
                </c:pt>
                <c:pt idx="42">
                  <c:v>4.381804669829915</c:v>
                </c:pt>
                <c:pt idx="43">
                  <c:v>4.486344591659592</c:v>
                </c:pt>
                <c:pt idx="44">
                  <c:v>4.590899481473984</c:v>
                </c:pt>
                <c:pt idx="45">
                  <c:v>4.695469694023169</c:v>
                </c:pt>
                <c:pt idx="46">
                  <c:v>4.800055584521268</c:v>
                </c:pt>
                <c:pt idx="47">
                  <c:v>4.904657508657897</c:v>
                </c:pt>
                <c:pt idx="48">
                  <c:v>5.009275822609136</c:v>
                </c:pt>
                <c:pt idx="49">
                  <c:v>5.113910883048888</c:v>
                </c:pt>
                <c:pt idx="50">
                  <c:v>5.218563047159941</c:v>
                </c:pt>
                <c:pt idx="51">
                  <c:v>5.323232672645663</c:v>
                </c:pt>
                <c:pt idx="52">
                  <c:v>5.427920117740756</c:v>
                </c:pt>
                <c:pt idx="53">
                  <c:v>5.532625741223208</c:v>
                </c:pt>
                <c:pt idx="54">
                  <c:v>5.637349902425686</c:v>
                </c:pt>
                <c:pt idx="55">
                  <c:v>5.742092961246358</c:v>
                </c:pt>
                <c:pt idx="56">
                  <c:v>5.846855278161495</c:v>
                </c:pt>
                <c:pt idx="57">
                  <c:v>5.951637214236041</c:v>
                </c:pt>
                <c:pt idx="58">
                  <c:v>6.056439131135997</c:v>
                </c:pt>
                <c:pt idx="59">
                  <c:v>6.161261391139561</c:v>
                </c:pt>
                <c:pt idx="60">
                  <c:v>6.26610435714934</c:v>
                </c:pt>
                <c:pt idx="61">
                  <c:v>6.37096839270372</c:v>
                </c:pt>
                <c:pt idx="62">
                  <c:v>6.4758538619891315</c:v>
                </c:pt>
                <c:pt idx="63">
                  <c:v>6.580761129851506</c:v>
                </c:pt>
                <c:pt idx="64">
                  <c:v>6.685690561808697</c:v>
                </c:pt>
                <c:pt idx="65">
                  <c:v>6.790642524062211</c:v>
                </c:pt>
                <c:pt idx="66">
                  <c:v>6.895617383509271</c:v>
                </c:pt>
                <c:pt idx="67">
                  <c:v>7.000615507755188</c:v>
                </c:pt>
                <c:pt idx="68">
                  <c:v>7.105637265125374</c:v>
                </c:pt>
                <c:pt idx="69">
                  <c:v>7.210683024677562</c:v>
                </c:pt>
                <c:pt idx="70">
                  <c:v>7.315753156214499</c:v>
                </c:pt>
                <c:pt idx="71">
                  <c:v>7.4208480302957875</c:v>
                </c:pt>
                <c:pt idx="72">
                  <c:v>7.525968018250863</c:v>
                </c:pt>
                <c:pt idx="73">
                  <c:v>7.6311134921912585</c:v>
                </c:pt>
                <c:pt idx="74">
                  <c:v>7.73628482502318</c:v>
                </c:pt>
                <c:pt idx="75">
                  <c:v>7.841482390460469</c:v>
                </c:pt>
                <c:pt idx="76">
                  <c:v>7.946706563036834</c:v>
                </c:pt>
                <c:pt idx="77">
                  <c:v>8.051957718119237</c:v>
                </c:pt>
                <c:pt idx="78">
                  <c:v>8.157236231920367</c:v>
                </c:pt>
                <c:pt idx="79">
                  <c:v>8.262542481511778</c:v>
                </c:pt>
                <c:pt idx="80">
                  <c:v>8.36787684483691</c:v>
                </c:pt>
                <c:pt idx="81">
                  <c:v>8.4732397007244</c:v>
                </c:pt>
                <c:pt idx="82">
                  <c:v>8.578631428900758</c:v>
                </c:pt>
                <c:pt idx="83">
                  <c:v>8.684052410004185</c:v>
                </c:pt>
                <c:pt idx="84">
                  <c:v>8.789503025597806</c:v>
                </c:pt>
                <c:pt idx="85">
                  <c:v>8.89498365818284</c:v>
                </c:pt>
                <c:pt idx="86">
                  <c:v>9.000494691212447</c:v>
                </c:pt>
                <c:pt idx="87">
                  <c:v>9.106036509105287</c:v>
                </c:pt>
                <c:pt idx="88">
                  <c:v>9.211609497259001</c:v>
                </c:pt>
                <c:pt idx="89">
                  <c:v>9.31721404206433</c:v>
                </c:pt>
                <c:pt idx="90">
                  <c:v>9.422850530918828</c:v>
                </c:pt>
                <c:pt idx="91">
                  <c:v>9.528519352240888</c:v>
                </c:pt>
                <c:pt idx="92">
                  <c:v>9.634220895483757</c:v>
                </c:pt>
                <c:pt idx="93">
                  <c:v>9.739955551149716</c:v>
                </c:pt>
                <c:pt idx="94">
                  <c:v>9.845723710804355</c:v>
                </c:pt>
                <c:pt idx="95">
                  <c:v>9.951525767091011</c:v>
                </c:pt>
                <c:pt idx="96">
                  <c:v>10.057362113745155</c:v>
                </c:pt>
                <c:pt idx="97">
                  <c:v>10.163233145608876</c:v>
                </c:pt>
                <c:pt idx="98">
                  <c:v>10.269139258645804</c:v>
                </c:pt>
                <c:pt idx="99">
                  <c:v>10.375080849955571</c:v>
                </c:pt>
                <c:pt idx="100">
                  <c:v>10.481058317788934</c:v>
                </c:pt>
                <c:pt idx="101">
                  <c:v>10.587072061562498</c:v>
                </c:pt>
                <c:pt idx="102">
                  <c:v>10.693122481874177</c:v>
                </c:pt>
                <c:pt idx="103">
                  <c:v>10.799209980518079</c:v>
                </c:pt>
                <c:pt idx="104">
                  <c:v>10.905334960499873</c:v>
                </c:pt>
                <c:pt idx="105">
                  <c:v>11.01149782605249</c:v>
                </c:pt>
                <c:pt idx="106">
                  <c:v>11.117698982651268</c:v>
                </c:pt>
                <c:pt idx="107">
                  <c:v>11.223938837030076</c:v>
                </c:pt>
                <c:pt idx="108">
                  <c:v>11.33021779719654</c:v>
                </c:pt>
                <c:pt idx="109">
                  <c:v>11.436536272448611</c:v>
                </c:pt>
                <c:pt idx="110">
                  <c:v>11.542894673389966</c:v>
                </c:pt>
                <c:pt idx="111">
                  <c:v>11.649293411946685</c:v>
                </c:pt>
                <c:pt idx="112">
                  <c:v>11.755732901383166</c:v>
                </c:pt>
                <c:pt idx="113">
                  <c:v>11.862213556318729</c:v>
                </c:pt>
                <c:pt idx="114">
                  <c:v>11.968735792744194</c:v>
                </c:pt>
                <c:pt idx="115">
                  <c:v>12.075300028038466</c:v>
                </c:pt>
                <c:pt idx="116">
                  <c:v>12.181906680985435</c:v>
                </c:pt>
                <c:pt idx="117">
                  <c:v>12.288556171790782</c:v>
                </c:pt>
                <c:pt idx="118">
                  <c:v>12.395248922099318</c:v>
                </c:pt>
                <c:pt idx="119">
                  <c:v>12.501985355012005</c:v>
                </c:pt>
                <c:pt idx="120">
                  <c:v>12.60876589510346</c:v>
                </c:pt>
                <c:pt idx="121">
                  <c:v>12.715590968439406</c:v>
                </c:pt>
                <c:pt idx="122">
                  <c:v>12.822461002594357</c:v>
                </c:pt>
                <c:pt idx="123">
                  <c:v>12.92937642666963</c:v>
                </c:pt>
                <c:pt idx="124">
                  <c:v>13.036337671311056</c:v>
                </c:pt>
                <c:pt idx="125">
                  <c:v>13.143345168727295</c:v>
                </c:pt>
                <c:pt idx="126">
                  <c:v>13.250399352708019</c:v>
                </c:pt>
                <c:pt idx="127">
                  <c:v>13.357500658642332</c:v>
                </c:pt>
                <c:pt idx="128">
                  <c:v>13.464649523537704</c:v>
                </c:pt>
                <c:pt idx="129">
                  <c:v>13.57184638603822</c:v>
                </c:pt>
                <c:pt idx="130">
                  <c:v>13.67909168644404</c:v>
                </c:pt>
                <c:pt idx="131">
                  <c:v>13.786385866730116</c:v>
                </c:pt>
                <c:pt idx="132">
                  <c:v>13.89372937056579</c:v>
                </c:pt>
                <c:pt idx="133">
                  <c:v>14.001122643334044</c:v>
                </c:pt>
                <c:pt idx="134">
                  <c:v>14.108566132151228</c:v>
                </c:pt>
                <c:pt idx="135">
                  <c:v>14.216060285886895</c:v>
                </c:pt>
                <c:pt idx="136">
                  <c:v>14.32360555518363</c:v>
                </c:pt>
                <c:pt idx="137">
                  <c:v>14.431202392477577</c:v>
                </c:pt>
                <c:pt idx="138">
                  <c:v>14.538851252018532</c:v>
                </c:pt>
                <c:pt idx="139">
                  <c:v>14.646552589890504</c:v>
                </c:pt>
                <c:pt idx="140">
                  <c:v>14.754306864032724</c:v>
                </c:pt>
                <c:pt idx="141">
                  <c:v>14.862114534260192</c:v>
                </c:pt>
                <c:pt idx="142">
                  <c:v>14.969976062285328</c:v>
                </c:pt>
                <c:pt idx="143">
                  <c:v>15.077891911738858</c:v>
                </c:pt>
                <c:pt idx="144">
                  <c:v>15.185862548191679</c:v>
                </c:pt>
                <c:pt idx="145">
                  <c:v>15.293888439176465</c:v>
                </c:pt>
                <c:pt idx="146">
                  <c:v>15.401970054209844</c:v>
                </c:pt>
                <c:pt idx="147">
                  <c:v>15.510107864814298</c:v>
                </c:pt>
                <c:pt idx="148">
                  <c:v>15.618302344540826</c:v>
                </c:pt>
                <c:pt idx="149">
                  <c:v>15.72655396899153</c:v>
                </c:pt>
                <c:pt idx="150">
                  <c:v>15.834863215842349</c:v>
                </c:pt>
                <c:pt idx="151">
                  <c:v>15.943230564866257</c:v>
                </c:pt>
                <c:pt idx="152">
                  <c:v>16.0516564979566</c:v>
                </c:pt>
                <c:pt idx="153">
                  <c:v>16.160141499150544</c:v>
                </c:pt>
                <c:pt idx="154">
                  <c:v>16.26868605465295</c:v>
                </c:pt>
                <c:pt idx="155">
                  <c:v>16.377290652860307</c:v>
                </c:pt>
                <c:pt idx="156">
                  <c:v>16.485955784385087</c:v>
                </c:pt>
                <c:pt idx="157">
                  <c:v>16.594681942080264</c:v>
                </c:pt>
                <c:pt idx="158">
                  <c:v>16.703469621064105</c:v>
                </c:pt>
                <c:pt idx="159">
                  <c:v>16.812319318745097</c:v>
                </c:pt>
                <c:pt idx="160">
                  <c:v>16.921231534847326</c:v>
                </c:pt>
                <c:pt idx="161">
                  <c:v>17.03020677143608</c:v>
                </c:pt>
                <c:pt idx="162">
                  <c:v>17.139245532943626</c:v>
                </c:pt>
                <c:pt idx="163">
                  <c:v>17.248348326195263</c:v>
                </c:pt>
                <c:pt idx="164">
                  <c:v>17.357515660435705</c:v>
                </c:pt>
                <c:pt idx="165">
                  <c:v>17.46674804735579</c:v>
                </c:pt>
                <c:pt idx="166">
                  <c:v>17.57604600111942</c:v>
                </c:pt>
                <c:pt idx="167">
                  <c:v>17.68541003839082</c:v>
                </c:pt>
                <c:pt idx="168">
                  <c:v>17.794840678361695</c:v>
                </c:pt>
                <c:pt idx="169">
                  <c:v>17.904338442779615</c:v>
                </c:pt>
                <c:pt idx="170">
                  <c:v>18.013903855975737</c:v>
                </c:pt>
                <c:pt idx="171">
                  <c:v>18.123537444893383</c:v>
                </c:pt>
                <c:pt idx="172">
                  <c:v>18.233239739116783</c:v>
                </c:pt>
                <c:pt idx="173">
                  <c:v>18.34301127089992</c:v>
                </c:pt>
                <c:pt idx="174">
                  <c:v>18.45285257519641</c:v>
                </c:pt>
                <c:pt idx="175">
                  <c:v>18.562764189688792</c:v>
                </c:pt>
                <c:pt idx="176">
                  <c:v>18.672746654818965</c:v>
                </c:pt>
              </c:numCache>
            </c:numRef>
          </c:yVal>
          <c:smooth val="0"/>
        </c:ser>
        <c:ser>
          <c:idx val="7"/>
          <c:order val="7"/>
          <c:tx>
            <c:strRef>
              <c:f>Sheet1!$B$890</c:f>
              <c:strCache>
                <c:ptCount val="1"/>
                <c:pt idx="0">
                  <c:v>0.10 m, 45°</c:v>
                </c:pt>
              </c:strCache>
            </c:strRef>
          </c:tx>
          <c:spPr>
            <a:ln w="22225">
              <a:solidFill>
                <a:srgbClr val="B2432C"/>
              </a:solidFill>
            </a:ln>
          </c:spPr>
          <c:marker>
            <c:symbol val="none"/>
          </c:marker>
          <c:xVal>
            <c:numRef>
              <c:f>Sheet1!$A$891:$A$1038</c:f>
              <c:numCache>
                <c:formatCode>General</c:formatCode>
                <c:ptCount val="148"/>
                <c:pt idx="0">
                  <c:v>0.0</c:v>
                </c:pt>
                <c:pt idx="1">
                  <c:v>0.025</c:v>
                </c:pt>
                <c:pt idx="2">
                  <c:v>0.05</c:v>
                </c:pt>
                <c:pt idx="3">
                  <c:v>0.07500000000000001</c:v>
                </c:pt>
                <c:pt idx="4">
                  <c:v>0.1</c:v>
                </c:pt>
                <c:pt idx="5">
                  <c:v>0.125</c:v>
                </c:pt>
                <c:pt idx="6">
                  <c:v>0.15000000000000002</c:v>
                </c:pt>
                <c:pt idx="7">
                  <c:v>0.17500000000000002</c:v>
                </c:pt>
                <c:pt idx="8">
                  <c:v>0.2</c:v>
                </c:pt>
                <c:pt idx="9">
                  <c:v>0.225</c:v>
                </c:pt>
                <c:pt idx="10">
                  <c:v>0.25</c:v>
                </c:pt>
                <c:pt idx="11">
                  <c:v>0.275</c:v>
                </c:pt>
                <c:pt idx="12">
                  <c:v>0.30000000000000004</c:v>
                </c:pt>
                <c:pt idx="13">
                  <c:v>0.325</c:v>
                </c:pt>
                <c:pt idx="14">
                  <c:v>0.35000000000000003</c:v>
                </c:pt>
                <c:pt idx="15">
                  <c:v>0.375</c:v>
                </c:pt>
                <c:pt idx="16">
                  <c:v>0.4</c:v>
                </c:pt>
                <c:pt idx="17">
                  <c:v>0.42500000000000004</c:v>
                </c:pt>
                <c:pt idx="18">
                  <c:v>0.45</c:v>
                </c:pt>
                <c:pt idx="19">
                  <c:v>0.47500000000000003</c:v>
                </c:pt>
                <c:pt idx="20">
                  <c:v>0.5</c:v>
                </c:pt>
                <c:pt idx="21">
                  <c:v>0.525</c:v>
                </c:pt>
                <c:pt idx="22">
                  <c:v>0.55</c:v>
                </c:pt>
                <c:pt idx="23">
                  <c:v>0.5750000000000001</c:v>
                </c:pt>
                <c:pt idx="24">
                  <c:v>0.6000000000000001</c:v>
                </c:pt>
                <c:pt idx="25">
                  <c:v>0.625</c:v>
                </c:pt>
                <c:pt idx="26">
                  <c:v>0.65</c:v>
                </c:pt>
                <c:pt idx="27">
                  <c:v>0.675</c:v>
                </c:pt>
                <c:pt idx="28">
                  <c:v>0.7000000000000001</c:v>
                </c:pt>
                <c:pt idx="29">
                  <c:v>0.7250000000000001</c:v>
                </c:pt>
                <c:pt idx="30">
                  <c:v>0.75</c:v>
                </c:pt>
                <c:pt idx="31">
                  <c:v>0.775</c:v>
                </c:pt>
                <c:pt idx="32">
                  <c:v>0.8</c:v>
                </c:pt>
                <c:pt idx="33">
                  <c:v>0.8250000000000001</c:v>
                </c:pt>
                <c:pt idx="34">
                  <c:v>0.8500000000000001</c:v>
                </c:pt>
                <c:pt idx="35">
                  <c:v>0.875</c:v>
                </c:pt>
                <c:pt idx="36">
                  <c:v>0.9</c:v>
                </c:pt>
                <c:pt idx="37">
                  <c:v>0.925</c:v>
                </c:pt>
                <c:pt idx="38">
                  <c:v>0.9500000000000001</c:v>
                </c:pt>
                <c:pt idx="39">
                  <c:v>0.9750000000000001</c:v>
                </c:pt>
                <c:pt idx="40">
                  <c:v>1.0</c:v>
                </c:pt>
                <c:pt idx="41">
                  <c:v>1.0250000000000001</c:v>
                </c:pt>
                <c:pt idx="42">
                  <c:v>1.05</c:v>
                </c:pt>
                <c:pt idx="43">
                  <c:v>1.075</c:v>
                </c:pt>
                <c:pt idx="44">
                  <c:v>1.1</c:v>
                </c:pt>
                <c:pt idx="45">
                  <c:v>1.125</c:v>
                </c:pt>
                <c:pt idx="46">
                  <c:v>1.1500000000000001</c:v>
                </c:pt>
                <c:pt idx="47">
                  <c:v>1.175</c:v>
                </c:pt>
                <c:pt idx="48">
                  <c:v>1.2000000000000002</c:v>
                </c:pt>
                <c:pt idx="49">
                  <c:v>1.225</c:v>
                </c:pt>
                <c:pt idx="50">
                  <c:v>1.25</c:v>
                </c:pt>
                <c:pt idx="51">
                  <c:v>1.2750000000000001</c:v>
                </c:pt>
                <c:pt idx="52">
                  <c:v>1.3</c:v>
                </c:pt>
                <c:pt idx="53">
                  <c:v>1.3250000000000002</c:v>
                </c:pt>
                <c:pt idx="54">
                  <c:v>1.35</c:v>
                </c:pt>
                <c:pt idx="55">
                  <c:v>1.375</c:v>
                </c:pt>
                <c:pt idx="56">
                  <c:v>1.4000000000000001</c:v>
                </c:pt>
                <c:pt idx="57">
                  <c:v>1.425</c:v>
                </c:pt>
                <c:pt idx="58">
                  <c:v>1.4500000000000002</c:v>
                </c:pt>
                <c:pt idx="59">
                  <c:v>1.475</c:v>
                </c:pt>
                <c:pt idx="60">
                  <c:v>1.5</c:v>
                </c:pt>
                <c:pt idx="61">
                  <c:v>1.5250000000000001</c:v>
                </c:pt>
                <c:pt idx="62">
                  <c:v>1.55</c:v>
                </c:pt>
                <c:pt idx="63">
                  <c:v>1.5750000000000002</c:v>
                </c:pt>
                <c:pt idx="64">
                  <c:v>1.6</c:v>
                </c:pt>
                <c:pt idx="65">
                  <c:v>1.625</c:v>
                </c:pt>
                <c:pt idx="66">
                  <c:v>1.6500000000000001</c:v>
                </c:pt>
                <c:pt idx="67">
                  <c:v>1.675</c:v>
                </c:pt>
                <c:pt idx="68">
                  <c:v>1.7000000000000002</c:v>
                </c:pt>
                <c:pt idx="69">
                  <c:v>1.725</c:v>
                </c:pt>
                <c:pt idx="70">
                  <c:v>1.75</c:v>
                </c:pt>
                <c:pt idx="71">
                  <c:v>1.7750000000000001</c:v>
                </c:pt>
                <c:pt idx="72">
                  <c:v>1.8</c:v>
                </c:pt>
                <c:pt idx="73">
                  <c:v>1.8250000000000002</c:v>
                </c:pt>
                <c:pt idx="74">
                  <c:v>1.85</c:v>
                </c:pt>
                <c:pt idx="75">
                  <c:v>1.875</c:v>
                </c:pt>
                <c:pt idx="76">
                  <c:v>1.9000000000000001</c:v>
                </c:pt>
                <c:pt idx="77">
                  <c:v>1.925</c:v>
                </c:pt>
                <c:pt idx="78">
                  <c:v>1.9500000000000002</c:v>
                </c:pt>
                <c:pt idx="79">
                  <c:v>1.975</c:v>
                </c:pt>
                <c:pt idx="80">
                  <c:v>2.0</c:v>
                </c:pt>
                <c:pt idx="81">
                  <c:v>2.025</c:v>
                </c:pt>
                <c:pt idx="82">
                  <c:v>2.0500000000000003</c:v>
                </c:pt>
                <c:pt idx="83">
                  <c:v>2.075</c:v>
                </c:pt>
                <c:pt idx="84">
                  <c:v>2.1</c:v>
                </c:pt>
                <c:pt idx="85">
                  <c:v>2.125</c:v>
                </c:pt>
                <c:pt idx="86">
                  <c:v>2.15</c:v>
                </c:pt>
                <c:pt idx="87">
                  <c:v>2.1750000000000003</c:v>
                </c:pt>
                <c:pt idx="88">
                  <c:v>2.2</c:v>
                </c:pt>
                <c:pt idx="89">
                  <c:v>2.225</c:v>
                </c:pt>
                <c:pt idx="90">
                  <c:v>2.25</c:v>
                </c:pt>
                <c:pt idx="91">
                  <c:v>2.275</c:v>
                </c:pt>
                <c:pt idx="92">
                  <c:v>2.3000000000000003</c:v>
                </c:pt>
                <c:pt idx="93">
                  <c:v>2.325</c:v>
                </c:pt>
                <c:pt idx="94">
                  <c:v>2.35</c:v>
                </c:pt>
                <c:pt idx="95">
                  <c:v>2.375</c:v>
                </c:pt>
                <c:pt idx="96">
                  <c:v>2.4000000000000004</c:v>
                </c:pt>
                <c:pt idx="97">
                  <c:v>2.4250000000000003</c:v>
                </c:pt>
                <c:pt idx="98">
                  <c:v>2.45</c:v>
                </c:pt>
                <c:pt idx="99">
                  <c:v>2.475</c:v>
                </c:pt>
                <c:pt idx="100">
                  <c:v>2.5</c:v>
                </c:pt>
                <c:pt idx="101">
                  <c:v>2.5250000000000004</c:v>
                </c:pt>
                <c:pt idx="102">
                  <c:v>2.5500000000000003</c:v>
                </c:pt>
                <c:pt idx="103">
                  <c:v>2.575</c:v>
                </c:pt>
                <c:pt idx="104">
                  <c:v>2.6</c:v>
                </c:pt>
                <c:pt idx="105">
                  <c:v>2.625</c:v>
                </c:pt>
                <c:pt idx="106">
                  <c:v>2.6500000000000004</c:v>
                </c:pt>
                <c:pt idx="107">
                  <c:v>2.6750000000000003</c:v>
                </c:pt>
                <c:pt idx="108">
                  <c:v>2.7</c:v>
                </c:pt>
                <c:pt idx="109">
                  <c:v>2.725</c:v>
                </c:pt>
                <c:pt idx="110">
                  <c:v>2.75</c:v>
                </c:pt>
                <c:pt idx="111">
                  <c:v>2.7750000000000004</c:v>
                </c:pt>
                <c:pt idx="112">
                  <c:v>2.8000000000000003</c:v>
                </c:pt>
                <c:pt idx="113">
                  <c:v>2.825</c:v>
                </c:pt>
                <c:pt idx="114">
                  <c:v>2.85</c:v>
                </c:pt>
                <c:pt idx="115">
                  <c:v>2.875</c:v>
                </c:pt>
                <c:pt idx="116">
                  <c:v>2.9000000000000004</c:v>
                </c:pt>
                <c:pt idx="117">
                  <c:v>2.9250000000000003</c:v>
                </c:pt>
                <c:pt idx="118">
                  <c:v>2.95</c:v>
                </c:pt>
                <c:pt idx="119">
                  <c:v>2.975</c:v>
                </c:pt>
                <c:pt idx="120">
                  <c:v>3.0</c:v>
                </c:pt>
                <c:pt idx="121">
                  <c:v>3.0250000000000004</c:v>
                </c:pt>
                <c:pt idx="122">
                  <c:v>3.0500000000000003</c:v>
                </c:pt>
                <c:pt idx="123">
                  <c:v>3.075</c:v>
                </c:pt>
                <c:pt idx="124">
                  <c:v>3.1</c:v>
                </c:pt>
                <c:pt idx="125">
                  <c:v>3.125</c:v>
                </c:pt>
                <c:pt idx="126">
                  <c:v>3.1500000000000004</c:v>
                </c:pt>
                <c:pt idx="127">
                  <c:v>3.1750000000000003</c:v>
                </c:pt>
                <c:pt idx="128">
                  <c:v>3.2</c:v>
                </c:pt>
                <c:pt idx="129">
                  <c:v>3.225</c:v>
                </c:pt>
                <c:pt idx="130">
                  <c:v>3.25</c:v>
                </c:pt>
                <c:pt idx="131">
                  <c:v>3.2750000000000004</c:v>
                </c:pt>
                <c:pt idx="132">
                  <c:v>3.3000000000000003</c:v>
                </c:pt>
                <c:pt idx="133">
                  <c:v>3.325</c:v>
                </c:pt>
                <c:pt idx="134">
                  <c:v>3.35</c:v>
                </c:pt>
                <c:pt idx="135">
                  <c:v>3.375</c:v>
                </c:pt>
                <c:pt idx="136">
                  <c:v>3.4000000000000004</c:v>
                </c:pt>
                <c:pt idx="137">
                  <c:v>3.4250000000000003</c:v>
                </c:pt>
                <c:pt idx="138">
                  <c:v>3.45</c:v>
                </c:pt>
                <c:pt idx="139">
                  <c:v>3.475</c:v>
                </c:pt>
                <c:pt idx="140">
                  <c:v>3.5</c:v>
                </c:pt>
                <c:pt idx="141">
                  <c:v>3.5250000000000004</c:v>
                </c:pt>
                <c:pt idx="142">
                  <c:v>3.5500000000000003</c:v>
                </c:pt>
                <c:pt idx="143">
                  <c:v>3.575</c:v>
                </c:pt>
                <c:pt idx="144">
                  <c:v>3.6</c:v>
                </c:pt>
                <c:pt idx="145">
                  <c:v>3.625</c:v>
                </c:pt>
                <c:pt idx="146">
                  <c:v>3.6500000000000004</c:v>
                </c:pt>
                <c:pt idx="147">
                  <c:v>3.6750000000000003</c:v>
                </c:pt>
              </c:numCache>
            </c:numRef>
          </c:xVal>
          <c:yVal>
            <c:numRef>
              <c:f>Sheet1!$B$891:$B$1038</c:f>
              <c:numCache>
                <c:formatCode>General</c:formatCode>
                <c:ptCount val="148"/>
                <c:pt idx="0">
                  <c:v>0.0</c:v>
                </c:pt>
                <c:pt idx="1">
                  <c:v>0.2084544881873094</c:v>
                </c:pt>
                <c:pt idx="2">
                  <c:v>0.41691173567360434</c:v>
                </c:pt>
                <c:pt idx="3">
                  <c:v>0.6253745020836635</c:v>
                </c:pt>
                <c:pt idx="4">
                  <c:v>0.833845547701296</c:v>
                </c:pt>
                <c:pt idx="5">
                  <c:v>1.0423276337978855</c:v>
                </c:pt>
                <c:pt idx="6">
                  <c:v>1.250823522959722</c:v>
                </c:pt>
                <c:pt idx="7">
                  <c:v>1.4593359794186347</c:v>
                </c:pt>
                <c:pt idx="8">
                  <c:v>1.6678677693841928</c:v>
                </c:pt>
                <c:pt idx="9">
                  <c:v>1.8764216613724338</c:v>
                </c:pt>
                <c:pt idx="10">
                  <c:v>2.08500042653817</c:v>
                </c:pt>
                <c:pt idx="11">
                  <c:v>2.2936068390081923</c:v>
                </c:pt>
                <c:pt idx="12">
                  <c:v>2.5022436762150693</c:v>
                </c:pt>
                <c:pt idx="13">
                  <c:v>2.710913719230767</c:v>
                </c:pt>
                <c:pt idx="14">
                  <c:v>2.9196197531042585</c:v>
                </c:pt>
                <c:pt idx="15">
                  <c:v>3.128364567197258</c:v>
                </c:pt>
                <c:pt idx="16">
                  <c:v>3.337150955523917</c:v>
                </c:pt>
                <c:pt idx="17">
                  <c:v>3.5459817170910783</c:v>
                </c:pt>
                <c:pt idx="18">
                  <c:v>3.7548596562395424</c:v>
                </c:pt>
                <c:pt idx="19">
                  <c:v>3.9637875829882847</c:v>
                </c:pt>
                <c:pt idx="20">
                  <c:v>4.172768313380403</c:v>
                </c:pt>
                <c:pt idx="21">
                  <c:v>4.381804669830498</c:v>
                </c:pt>
                <c:pt idx="22">
                  <c:v>4.5908994814743815</c:v>
                </c:pt>
                <c:pt idx="23">
                  <c:v>4.8000555845214965</c:v>
                </c:pt>
                <c:pt idx="24">
                  <c:v>5.009275822609209</c:v>
                </c:pt>
                <c:pt idx="25">
                  <c:v>5.218563047159802</c:v>
                </c:pt>
                <c:pt idx="26">
                  <c:v>5.4279201177404195</c:v>
                </c:pt>
                <c:pt idx="27">
                  <c:v>5.637349902425362</c:v>
                </c:pt>
                <c:pt idx="28">
                  <c:v>5.846855278161183</c:v>
                </c:pt>
                <c:pt idx="29">
                  <c:v>6.056439131135696</c:v>
                </c:pt>
                <c:pt idx="30">
                  <c:v>6.2661043571490485</c:v>
                </c:pt>
                <c:pt idx="31">
                  <c:v>6.475853861988792</c:v>
                </c:pt>
                <c:pt idx="32">
                  <c:v>6.68569056180837</c:v>
                </c:pt>
                <c:pt idx="33">
                  <c:v>6.8956173835089</c:v>
                </c:pt>
                <c:pt idx="34">
                  <c:v>7.105637265124911</c:v>
                </c:pt>
                <c:pt idx="35">
                  <c:v>7.315753156213999</c:v>
                </c:pt>
                <c:pt idx="36">
                  <c:v>7.525968018250378</c:v>
                </c:pt>
                <c:pt idx="37">
                  <c:v>7.736284825022707</c:v>
                </c:pt>
                <c:pt idx="38">
                  <c:v>7.946706563036418</c:v>
                </c:pt>
                <c:pt idx="39">
                  <c:v>8.157236231920052</c:v>
                </c:pt>
                <c:pt idx="40">
                  <c:v>8.367876844836735</c:v>
                </c:pt>
                <c:pt idx="41">
                  <c:v>8.578631428900673</c:v>
                </c:pt>
                <c:pt idx="42">
                  <c:v>8.789503025597806</c:v>
                </c:pt>
                <c:pt idx="43">
                  <c:v>9.000494691212447</c:v>
                </c:pt>
                <c:pt idx="44">
                  <c:v>9.211609497258843</c:v>
                </c:pt>
                <c:pt idx="45">
                  <c:v>9.422850530918517</c:v>
                </c:pt>
                <c:pt idx="46">
                  <c:v>9.634220895483226</c:v>
                </c:pt>
                <c:pt idx="47">
                  <c:v>9.845723710803536</c:v>
                </c:pt>
                <c:pt idx="48">
                  <c:v>10.057362113744135</c:v>
                </c:pt>
                <c:pt idx="49">
                  <c:v>10.269139258644627</c:v>
                </c:pt>
                <c:pt idx="50">
                  <c:v>10.4810583177875</c:v>
                </c:pt>
                <c:pt idx="51">
                  <c:v>10.693122481872566</c:v>
                </c:pt>
                <c:pt idx="52">
                  <c:v>10.905334960498125</c:v>
                </c:pt>
                <c:pt idx="53">
                  <c:v>11.117698982649422</c:v>
                </c:pt>
                <c:pt idx="54">
                  <c:v>11.330217797194596</c:v>
                </c:pt>
                <c:pt idx="55">
                  <c:v>11.542894673387899</c:v>
                </c:pt>
                <c:pt idx="56">
                  <c:v>11.755732901380949</c:v>
                </c:pt>
                <c:pt idx="57">
                  <c:v>11.968735792741832</c:v>
                </c:pt>
                <c:pt idx="58">
                  <c:v>12.1819066809829</c:v>
                </c:pt>
                <c:pt idx="59">
                  <c:v>12.395248922096592</c:v>
                </c:pt>
                <c:pt idx="60">
                  <c:v>12.608765895100486</c:v>
                </c:pt>
                <c:pt idx="61">
                  <c:v>12.822461002591204</c:v>
                </c:pt>
                <c:pt idx="62">
                  <c:v>13.036337671307757</c:v>
                </c:pt>
                <c:pt idx="63">
                  <c:v>13.250399352704497</c:v>
                </c:pt>
                <c:pt idx="64">
                  <c:v>13.46464952353814</c:v>
                </c:pt>
                <c:pt idx="65">
                  <c:v>13.67909168644439</c:v>
                </c:pt>
                <c:pt idx="66">
                  <c:v>13.893729370566106</c:v>
                </c:pt>
                <c:pt idx="67">
                  <c:v>14.108566132151516</c:v>
                </c:pt>
                <c:pt idx="68">
                  <c:v>14.323605555183885</c:v>
                </c:pt>
                <c:pt idx="69">
                  <c:v>14.538851252018837</c:v>
                </c:pt>
                <c:pt idx="70">
                  <c:v>14.754306864033024</c:v>
                </c:pt>
                <c:pt idx="71">
                  <c:v>14.969976062285673</c:v>
                </c:pt>
                <c:pt idx="72">
                  <c:v>15.185862548191972</c:v>
                </c:pt>
                <c:pt idx="73">
                  <c:v>15.40197005421013</c:v>
                </c:pt>
                <c:pt idx="74">
                  <c:v>15.618302344541204</c:v>
                </c:pt>
                <c:pt idx="75">
                  <c:v>15.83486321584279</c:v>
                </c:pt>
                <c:pt idx="76">
                  <c:v>16.051656497957197</c:v>
                </c:pt>
                <c:pt idx="77">
                  <c:v>16.268686054653607</c:v>
                </c:pt>
                <c:pt idx="78">
                  <c:v>16.485955784385762</c:v>
                </c:pt>
                <c:pt idx="79">
                  <c:v>16.703469621064787</c:v>
                </c:pt>
                <c:pt idx="80">
                  <c:v>16.92123153484807</c:v>
                </c:pt>
                <c:pt idx="81">
                  <c:v>17.139245532944532</c:v>
                </c:pt>
                <c:pt idx="82">
                  <c:v>17.35751566043677</c:v>
                </c:pt>
                <c:pt idx="83">
                  <c:v>17.576046001120663</c:v>
                </c:pt>
                <c:pt idx="84">
                  <c:v>17.79484067836286</c:v>
                </c:pt>
                <c:pt idx="85">
                  <c:v>18.013903855976746</c:v>
                </c:pt>
                <c:pt idx="86">
                  <c:v>18.23323973911768</c:v>
                </c:pt>
                <c:pt idx="87">
                  <c:v>18.452852575197554</c:v>
                </c:pt>
                <c:pt idx="88">
                  <c:v>18.672746654819957</c:v>
                </c:pt>
                <c:pt idx="89">
                  <c:v>18.892926312735806</c:v>
                </c:pt>
                <c:pt idx="90">
                  <c:v>19.11339592882094</c:v>
                </c:pt>
                <c:pt idx="91">
                  <c:v>19.334159929075557</c:v>
                </c:pt>
                <c:pt idx="92">
                  <c:v>19.555222786646862</c:v>
                </c:pt>
                <c:pt idx="93">
                  <c:v>19.77658902287494</c:v>
                </c:pt>
                <c:pt idx="94">
                  <c:v>19.998263208363348</c:v>
                </c:pt>
                <c:pt idx="95">
                  <c:v>20.220249964074544</c:v>
                </c:pt>
                <c:pt idx="96">
                  <c:v>20.442553962451495</c:v>
                </c:pt>
                <c:pt idx="97">
                  <c:v>20.66517992856577</c:v>
                </c:pt>
                <c:pt idx="98">
                  <c:v>20.88813264129335</c:v>
                </c:pt>
                <c:pt idx="99">
                  <c:v>21.111416934519053</c:v>
                </c:pt>
                <c:pt idx="100">
                  <c:v>21.335037698370016</c:v>
                </c:pt>
                <c:pt idx="101">
                  <c:v>21.558999880479824</c:v>
                </c:pt>
                <c:pt idx="102">
                  <c:v>21.78330848728402</c:v>
                </c:pt>
                <c:pt idx="103">
                  <c:v>22.00796858534757</c:v>
                </c:pt>
                <c:pt idx="104">
                  <c:v>22.232985302726338</c:v>
                </c:pt>
                <c:pt idx="105">
                  <c:v>22.458363830362536</c:v>
                </c:pt>
                <c:pt idx="106">
                  <c:v>22.684109423516297</c:v>
                </c:pt>
                <c:pt idx="107">
                  <c:v>22.91022740323383</c:v>
                </c:pt>
                <c:pt idx="108">
                  <c:v>23.136723157853705</c:v>
                </c:pt>
                <c:pt idx="109">
                  <c:v>23.363602144552672</c:v>
                </c:pt>
                <c:pt idx="110">
                  <c:v>23.59086989093214</c:v>
                </c:pt>
                <c:pt idx="111">
                  <c:v>23.81853199664661</c:v>
                </c:pt>
                <c:pt idx="112">
                  <c:v>24.046594135075807</c:v>
                </c:pt>
                <c:pt idx="113">
                  <c:v>24.275062055041804</c:v>
                </c:pt>
                <c:pt idx="114">
                  <c:v>24.50394158257279</c:v>
                </c:pt>
                <c:pt idx="115">
                  <c:v>24.73323862271496</c:v>
                </c:pt>
                <c:pt idx="116">
                  <c:v>24.962959161394352</c:v>
                </c:pt>
                <c:pt idx="117">
                  <c:v>25.193109267330293</c:v>
                </c:pt>
                <c:pt idx="118">
                  <c:v>25.423695094002515</c:v>
                </c:pt>
                <c:pt idx="119">
                  <c:v>25.654722881673315</c:v>
                </c:pt>
                <c:pt idx="120">
                  <c:v>25.88619895946743</c:v>
                </c:pt>
                <c:pt idx="121">
                  <c:v>26.118129747511148</c:v>
                </c:pt>
                <c:pt idx="122">
                  <c:v>26.350521759133095</c:v>
                </c:pt>
                <c:pt idx="123">
                  <c:v>26.583381603128686</c:v>
                </c:pt>
                <c:pt idx="124">
                  <c:v>26.816715986090987</c:v>
                </c:pt>
                <c:pt idx="125">
                  <c:v>27.050531714810056</c:v>
                </c:pt>
                <c:pt idx="126">
                  <c:v>27.28483569874338</c:v>
                </c:pt>
                <c:pt idx="127">
                  <c:v>27.519634952560185</c:v>
                </c:pt>
                <c:pt idx="128">
                  <c:v>27.754936598762473</c:v>
                </c:pt>
                <c:pt idx="129">
                  <c:v>27.99074787038532</c:v>
                </c:pt>
                <c:pt idx="130">
                  <c:v>28.227076113779706</c:v>
                </c:pt>
                <c:pt idx="131">
                  <c:v>28.46392879148111</c:v>
                </c:pt>
                <c:pt idx="132">
                  <c:v>28.701313485167226</c:v>
                </c:pt>
                <c:pt idx="133">
                  <c:v>28.939237898707866</c:v>
                </c:pt>
                <c:pt idx="134">
                  <c:v>29.177709861310934</c:v>
                </c:pt>
                <c:pt idx="135">
                  <c:v>29.416737330768374</c:v>
                </c:pt>
                <c:pt idx="136">
                  <c:v>29.656328396806035</c:v>
                </c:pt>
                <c:pt idx="137">
                  <c:v>29.896491284541042</c:v>
                </c:pt>
                <c:pt idx="138">
                  <c:v>30.137234358051852</c:v>
                </c:pt>
                <c:pt idx="139">
                  <c:v>30.378566124064893</c:v>
                </c:pt>
                <c:pt idx="140">
                  <c:v>30.620495235763197</c:v>
                </c:pt>
                <c:pt idx="141">
                  <c:v>30.863030496720715</c:v>
                </c:pt>
                <c:pt idx="142">
                  <c:v>31.106180864969577</c:v>
                </c:pt>
                <c:pt idx="143">
                  <c:v>31.349955457204057</c:v>
                </c:pt>
                <c:pt idx="144">
                  <c:v>31.59436355312772</c:v>
                </c:pt>
                <c:pt idx="145">
                  <c:v>31.839414599949496</c:v>
                </c:pt>
                <c:pt idx="146">
                  <c:v>32.08511821703603</c:v>
                </c:pt>
                <c:pt idx="147">
                  <c:v>32.33148420072569</c:v>
                </c:pt>
              </c:numCache>
            </c:numRef>
          </c:yVal>
          <c:smooth val="0"/>
        </c:ser>
        <c:ser>
          <c:idx val="8"/>
          <c:order val="8"/>
          <c:tx>
            <c:strRef>
              <c:f>Sheet1!$B$1040</c:f>
              <c:strCache>
                <c:ptCount val="1"/>
                <c:pt idx="0">
                  <c:v>0.20 m, 45°</c:v>
                </c:pt>
              </c:strCache>
            </c:strRef>
          </c:tx>
          <c:spPr>
            <a:ln w="22225">
              <a:solidFill>
                <a:srgbClr val="B2432C"/>
              </a:solidFill>
            </a:ln>
          </c:spPr>
          <c:marker>
            <c:symbol val="none"/>
          </c:marker>
          <c:xVal>
            <c:numRef>
              <c:f>Sheet1!$A$1041:$A$1152</c:f>
              <c:numCache>
                <c:formatCode>General</c:formatCode>
                <c:ptCount val="112"/>
                <c:pt idx="0">
                  <c:v>0.0</c:v>
                </c:pt>
                <c:pt idx="1">
                  <c:v>0.05</c:v>
                </c:pt>
                <c:pt idx="2">
                  <c:v>0.1</c:v>
                </c:pt>
                <c:pt idx="3">
                  <c:v>0.15000000000000002</c:v>
                </c:pt>
                <c:pt idx="4">
                  <c:v>0.2</c:v>
                </c:pt>
                <c:pt idx="5">
                  <c:v>0.25</c:v>
                </c:pt>
                <c:pt idx="6">
                  <c:v>0.30000000000000004</c:v>
                </c:pt>
                <c:pt idx="7">
                  <c:v>0.35000000000000003</c:v>
                </c:pt>
                <c:pt idx="8">
                  <c:v>0.4</c:v>
                </c:pt>
                <c:pt idx="9">
                  <c:v>0.45</c:v>
                </c:pt>
                <c:pt idx="10">
                  <c:v>0.5</c:v>
                </c:pt>
                <c:pt idx="11">
                  <c:v>0.55</c:v>
                </c:pt>
                <c:pt idx="12">
                  <c:v>0.6000000000000001</c:v>
                </c:pt>
                <c:pt idx="13">
                  <c:v>0.65</c:v>
                </c:pt>
                <c:pt idx="14">
                  <c:v>0.7000000000000001</c:v>
                </c:pt>
                <c:pt idx="15">
                  <c:v>0.75</c:v>
                </c:pt>
                <c:pt idx="16">
                  <c:v>0.8</c:v>
                </c:pt>
                <c:pt idx="17">
                  <c:v>0.8500000000000001</c:v>
                </c:pt>
                <c:pt idx="18">
                  <c:v>0.9</c:v>
                </c:pt>
                <c:pt idx="19">
                  <c:v>0.9500000000000001</c:v>
                </c:pt>
                <c:pt idx="20">
                  <c:v>1.0</c:v>
                </c:pt>
                <c:pt idx="21">
                  <c:v>1.05</c:v>
                </c:pt>
                <c:pt idx="22">
                  <c:v>1.1</c:v>
                </c:pt>
                <c:pt idx="23">
                  <c:v>1.1500000000000001</c:v>
                </c:pt>
                <c:pt idx="24">
                  <c:v>1.2000000000000002</c:v>
                </c:pt>
                <c:pt idx="25">
                  <c:v>1.25</c:v>
                </c:pt>
                <c:pt idx="26">
                  <c:v>1.3</c:v>
                </c:pt>
                <c:pt idx="27">
                  <c:v>1.35</c:v>
                </c:pt>
                <c:pt idx="28">
                  <c:v>1.4000000000000001</c:v>
                </c:pt>
                <c:pt idx="29">
                  <c:v>1.4500000000000002</c:v>
                </c:pt>
                <c:pt idx="30">
                  <c:v>1.5</c:v>
                </c:pt>
                <c:pt idx="31">
                  <c:v>1.55</c:v>
                </c:pt>
                <c:pt idx="32">
                  <c:v>1.6</c:v>
                </c:pt>
                <c:pt idx="33">
                  <c:v>1.6500000000000001</c:v>
                </c:pt>
                <c:pt idx="34">
                  <c:v>1.7000000000000002</c:v>
                </c:pt>
                <c:pt idx="35">
                  <c:v>1.75</c:v>
                </c:pt>
                <c:pt idx="36">
                  <c:v>1.8</c:v>
                </c:pt>
                <c:pt idx="37">
                  <c:v>1.85</c:v>
                </c:pt>
                <c:pt idx="38">
                  <c:v>1.9000000000000001</c:v>
                </c:pt>
                <c:pt idx="39">
                  <c:v>1.9500000000000002</c:v>
                </c:pt>
                <c:pt idx="40">
                  <c:v>2.0</c:v>
                </c:pt>
                <c:pt idx="41">
                  <c:v>2.0500000000000003</c:v>
                </c:pt>
                <c:pt idx="42">
                  <c:v>2.1</c:v>
                </c:pt>
                <c:pt idx="43">
                  <c:v>2.15</c:v>
                </c:pt>
                <c:pt idx="44">
                  <c:v>2.2</c:v>
                </c:pt>
                <c:pt idx="45">
                  <c:v>2.25</c:v>
                </c:pt>
                <c:pt idx="46">
                  <c:v>2.3000000000000003</c:v>
                </c:pt>
                <c:pt idx="47">
                  <c:v>2.35</c:v>
                </c:pt>
                <c:pt idx="48">
                  <c:v>2.4000000000000004</c:v>
                </c:pt>
                <c:pt idx="49">
                  <c:v>2.45</c:v>
                </c:pt>
                <c:pt idx="50">
                  <c:v>2.5</c:v>
                </c:pt>
                <c:pt idx="51">
                  <c:v>2.5500000000000003</c:v>
                </c:pt>
                <c:pt idx="52">
                  <c:v>2.6</c:v>
                </c:pt>
                <c:pt idx="53">
                  <c:v>2.6500000000000004</c:v>
                </c:pt>
                <c:pt idx="54">
                  <c:v>2.7</c:v>
                </c:pt>
                <c:pt idx="55">
                  <c:v>2.75</c:v>
                </c:pt>
                <c:pt idx="56">
                  <c:v>2.8000000000000003</c:v>
                </c:pt>
                <c:pt idx="57">
                  <c:v>2.85</c:v>
                </c:pt>
                <c:pt idx="58">
                  <c:v>2.9000000000000004</c:v>
                </c:pt>
                <c:pt idx="59">
                  <c:v>2.95</c:v>
                </c:pt>
                <c:pt idx="60">
                  <c:v>3.0</c:v>
                </c:pt>
                <c:pt idx="61">
                  <c:v>3.0500000000000003</c:v>
                </c:pt>
                <c:pt idx="62">
                  <c:v>3.1</c:v>
                </c:pt>
                <c:pt idx="63">
                  <c:v>3.1500000000000004</c:v>
                </c:pt>
                <c:pt idx="64">
                  <c:v>3.2</c:v>
                </c:pt>
                <c:pt idx="65">
                  <c:v>3.25</c:v>
                </c:pt>
                <c:pt idx="66">
                  <c:v>3.3000000000000003</c:v>
                </c:pt>
                <c:pt idx="67">
                  <c:v>3.35</c:v>
                </c:pt>
                <c:pt idx="68">
                  <c:v>3.4000000000000004</c:v>
                </c:pt>
                <c:pt idx="69">
                  <c:v>3.45</c:v>
                </c:pt>
                <c:pt idx="70">
                  <c:v>3.5</c:v>
                </c:pt>
                <c:pt idx="71">
                  <c:v>3.5500000000000003</c:v>
                </c:pt>
                <c:pt idx="72">
                  <c:v>3.6</c:v>
                </c:pt>
                <c:pt idx="73">
                  <c:v>3.6500000000000004</c:v>
                </c:pt>
                <c:pt idx="74">
                  <c:v>3.7</c:v>
                </c:pt>
                <c:pt idx="75">
                  <c:v>3.75</c:v>
                </c:pt>
                <c:pt idx="76">
                  <c:v>3.8000000000000003</c:v>
                </c:pt>
                <c:pt idx="77">
                  <c:v>3.85</c:v>
                </c:pt>
                <c:pt idx="78">
                  <c:v>3.9000000000000004</c:v>
                </c:pt>
                <c:pt idx="79">
                  <c:v>3.95</c:v>
                </c:pt>
                <c:pt idx="80">
                  <c:v>4.0</c:v>
                </c:pt>
                <c:pt idx="81">
                  <c:v>4.05</c:v>
                </c:pt>
                <c:pt idx="82">
                  <c:v>4.1000000000000005</c:v>
                </c:pt>
                <c:pt idx="83">
                  <c:v>4.15</c:v>
                </c:pt>
                <c:pt idx="84">
                  <c:v>4.2</c:v>
                </c:pt>
                <c:pt idx="85">
                  <c:v>4.25</c:v>
                </c:pt>
                <c:pt idx="86">
                  <c:v>4.3</c:v>
                </c:pt>
                <c:pt idx="87">
                  <c:v>4.3500000000000005</c:v>
                </c:pt>
                <c:pt idx="88">
                  <c:v>4.4</c:v>
                </c:pt>
                <c:pt idx="89">
                  <c:v>4.45</c:v>
                </c:pt>
                <c:pt idx="90">
                  <c:v>4.5</c:v>
                </c:pt>
                <c:pt idx="91">
                  <c:v>4.55</c:v>
                </c:pt>
                <c:pt idx="92">
                  <c:v>4.6000000000000005</c:v>
                </c:pt>
                <c:pt idx="93">
                  <c:v>4.65</c:v>
                </c:pt>
                <c:pt idx="94">
                  <c:v>4.7</c:v>
                </c:pt>
                <c:pt idx="95">
                  <c:v>4.75</c:v>
                </c:pt>
                <c:pt idx="96">
                  <c:v>4.800000000000001</c:v>
                </c:pt>
                <c:pt idx="97">
                  <c:v>4.8500000000000005</c:v>
                </c:pt>
                <c:pt idx="98">
                  <c:v>4.9</c:v>
                </c:pt>
                <c:pt idx="99">
                  <c:v>4.95</c:v>
                </c:pt>
                <c:pt idx="100">
                  <c:v>5.0</c:v>
                </c:pt>
                <c:pt idx="101">
                  <c:v>5.050000000000001</c:v>
                </c:pt>
                <c:pt idx="102">
                  <c:v>5.1000000000000005</c:v>
                </c:pt>
                <c:pt idx="103">
                  <c:v>5.15</c:v>
                </c:pt>
                <c:pt idx="104">
                  <c:v>5.2</c:v>
                </c:pt>
                <c:pt idx="105">
                  <c:v>5.25</c:v>
                </c:pt>
                <c:pt idx="106">
                  <c:v>5.300000000000001</c:v>
                </c:pt>
                <c:pt idx="107">
                  <c:v>5.3500000000000005</c:v>
                </c:pt>
                <c:pt idx="108">
                  <c:v>5.4</c:v>
                </c:pt>
                <c:pt idx="109">
                  <c:v>5.45</c:v>
                </c:pt>
                <c:pt idx="110">
                  <c:v>5.5</c:v>
                </c:pt>
                <c:pt idx="111">
                  <c:v>5.550000000000001</c:v>
                </c:pt>
              </c:numCache>
            </c:numRef>
          </c:xVal>
          <c:yVal>
            <c:numRef>
              <c:f>Sheet1!$B$1041:$B$1152</c:f>
              <c:numCache>
                <c:formatCode>General</c:formatCode>
                <c:ptCount val="112"/>
                <c:pt idx="0">
                  <c:v>0.0</c:v>
                </c:pt>
                <c:pt idx="1">
                  <c:v>0.41691173567360434</c:v>
                </c:pt>
                <c:pt idx="2">
                  <c:v>0.833845547701296</c:v>
                </c:pt>
                <c:pt idx="3">
                  <c:v>1.2508235229594307</c:v>
                </c:pt>
                <c:pt idx="4">
                  <c:v>1.667867769383974</c:v>
                </c:pt>
                <c:pt idx="5">
                  <c:v>2.085000426537646</c:v>
                </c:pt>
                <c:pt idx="6">
                  <c:v>2.5022436762144866</c:v>
                </c:pt>
                <c:pt idx="7">
                  <c:v>2.9196197531040085</c:v>
                </c:pt>
                <c:pt idx="8">
                  <c:v>3.337150955523808</c:v>
                </c:pt>
                <c:pt idx="9">
                  <c:v>3.7548596562390566</c:v>
                </c:pt>
                <c:pt idx="10">
                  <c:v>4.172768313379791</c:v>
                </c:pt>
                <c:pt idx="11">
                  <c:v>4.590899481473746</c:v>
                </c:pt>
                <c:pt idx="12">
                  <c:v>5.009275822608553</c:v>
                </c:pt>
                <c:pt idx="13">
                  <c:v>5.427920117740083</c:v>
                </c:pt>
                <c:pt idx="14">
                  <c:v>5.846855278161057</c:v>
                </c:pt>
                <c:pt idx="15">
                  <c:v>6.266104357149106</c:v>
                </c:pt>
                <c:pt idx="16">
                  <c:v>6.685690561808642</c:v>
                </c:pt>
                <c:pt idx="17">
                  <c:v>7.105637265125116</c:v>
                </c:pt>
                <c:pt idx="18">
                  <c:v>7.525968018250426</c:v>
                </c:pt>
                <c:pt idx="19">
                  <c:v>7.946706563036373</c:v>
                </c:pt>
                <c:pt idx="20">
                  <c:v>8.367876844836648</c:v>
                </c:pt>
                <c:pt idx="21">
                  <c:v>8.789503025597682</c:v>
                </c:pt>
                <c:pt idx="22">
                  <c:v>9.211609497258843</c:v>
                </c:pt>
                <c:pt idx="23">
                  <c:v>9.634220895483454</c:v>
                </c:pt>
                <c:pt idx="24">
                  <c:v>10.057362113744682</c:v>
                </c:pt>
                <c:pt idx="25">
                  <c:v>10.481058317788444</c:v>
                </c:pt>
                <c:pt idx="26">
                  <c:v>10.905334960499403</c:v>
                </c:pt>
                <c:pt idx="27">
                  <c:v>11.33021779719628</c:v>
                </c:pt>
                <c:pt idx="28">
                  <c:v>11.755732901382917</c:v>
                </c:pt>
                <c:pt idx="29">
                  <c:v>12.181906680985314</c:v>
                </c:pt>
                <c:pt idx="30">
                  <c:v>12.60876589510343</c:v>
                </c:pt>
                <c:pt idx="31">
                  <c:v>13.036337671311253</c:v>
                </c:pt>
                <c:pt idx="32">
                  <c:v>13.464649523537977</c:v>
                </c:pt>
                <c:pt idx="33">
                  <c:v>13.893729370565975</c:v>
                </c:pt>
                <c:pt idx="34">
                  <c:v>14.323605555183759</c:v>
                </c:pt>
                <c:pt idx="35">
                  <c:v>14.754306864032873</c:v>
                </c:pt>
                <c:pt idx="36">
                  <c:v>15.185862548191754</c:v>
                </c:pt>
                <c:pt idx="37">
                  <c:v>15.618302344540945</c:v>
                </c:pt>
                <c:pt idx="38">
                  <c:v>16.051656497956877</c:v>
                </c:pt>
                <c:pt idx="39">
                  <c:v>16.485955784385336</c:v>
                </c:pt>
                <c:pt idx="40">
                  <c:v>16.921231534847568</c:v>
                </c:pt>
                <c:pt idx="41">
                  <c:v>17.35751566043626</c:v>
                </c:pt>
                <c:pt idx="42">
                  <c:v>17.79484067836234</c:v>
                </c:pt>
                <c:pt idx="43">
                  <c:v>18.233239739117174</c:v>
                </c:pt>
                <c:pt idx="44">
                  <c:v>18.67274665481948</c:v>
                </c:pt>
                <c:pt idx="45">
                  <c:v>19.113395928820474</c:v>
                </c:pt>
                <c:pt idx="46">
                  <c:v>19.555222786646425</c:v>
                </c:pt>
                <c:pt idx="47">
                  <c:v>19.998263208362864</c:v>
                </c:pt>
                <c:pt idx="48">
                  <c:v>20.44255396245097</c:v>
                </c:pt>
                <c:pt idx="49">
                  <c:v>20.888132641292742</c:v>
                </c:pt>
                <c:pt idx="50">
                  <c:v>21.33503769836928</c:v>
                </c:pt>
                <c:pt idx="51">
                  <c:v>21.783308487283147</c:v>
                </c:pt>
                <c:pt idx="52">
                  <c:v>22.23298530272541</c:v>
                </c:pt>
                <c:pt idx="53">
                  <c:v>22.68410942351536</c:v>
                </c:pt>
                <c:pt idx="54">
                  <c:v>23.136723157852668</c:v>
                </c:pt>
                <c:pt idx="55">
                  <c:v>23.590869890931042</c:v>
                </c:pt>
                <c:pt idx="56">
                  <c:v>24.046594135074574</c:v>
                </c:pt>
                <c:pt idx="57">
                  <c:v>24.503941582571546</c:v>
                </c:pt>
                <c:pt idx="58">
                  <c:v>24.9629591613931</c:v>
                </c:pt>
                <c:pt idx="59">
                  <c:v>25.423695094001197</c:v>
                </c:pt>
                <c:pt idx="60">
                  <c:v>25.886198959465972</c:v>
                </c:pt>
                <c:pt idx="61">
                  <c:v>26.350521759131404</c:v>
                </c:pt>
                <c:pt idx="62">
                  <c:v>26.816715986089026</c:v>
                </c:pt>
                <c:pt idx="63">
                  <c:v>27.284835698741073</c:v>
                </c:pt>
                <c:pt idx="64">
                  <c:v>27.754936598759866</c:v>
                </c:pt>
                <c:pt idx="65">
                  <c:v>28.227076113776533</c:v>
                </c:pt>
                <c:pt idx="66">
                  <c:v>28.701313485163436</c:v>
                </c:pt>
                <c:pt idx="67">
                  <c:v>29.177709861306433</c:v>
                </c:pt>
                <c:pt idx="68">
                  <c:v>29.656328396800973</c:v>
                </c:pt>
                <c:pt idx="69">
                  <c:v>30.13723435804616</c:v>
                </c:pt>
                <c:pt idx="70">
                  <c:v>30.62049523575669</c:v>
                </c:pt>
                <c:pt idx="71">
                  <c:v>31.106180864961903</c:v>
                </c:pt>
                <c:pt idx="72">
                  <c:v>31.594363553118782</c:v>
                </c:pt>
                <c:pt idx="73">
                  <c:v>32.0851182170262</c:v>
                </c:pt>
                <c:pt idx="74">
                  <c:v>32.578522529299335</c:v>
                </c:pt>
                <c:pt idx="75">
                  <c:v>33.07465707524006</c:v>
                </c:pt>
                <c:pt idx="76">
                  <c:v>33.57360552102729</c:v>
                </c:pt>
                <c:pt idx="77">
                  <c:v>34.07545479424881</c:v>
                </c:pt>
                <c:pt idx="78">
                  <c:v>34.580295277907794</c:v>
                </c:pt>
                <c:pt idx="79">
                  <c:v>35.08822101916043</c:v>
                </c:pt>
                <c:pt idx="80">
                  <c:v>35.59932995418232</c:v>
                </c:pt>
                <c:pt idx="81">
                  <c:v>36.113724150721225</c:v>
                </c:pt>
                <c:pt idx="82">
                  <c:v>36.63151007007229</c:v>
                </c:pt>
                <c:pt idx="83">
                  <c:v>37.15279885041836</c:v>
                </c:pt>
                <c:pt idx="84">
                  <c:v>37.67770661371107</c:v>
                </c:pt>
                <c:pt idx="85">
                  <c:v>38.20635479853386</c:v>
                </c:pt>
                <c:pt idx="86">
                  <c:v>38.73887052169359</c:v>
                </c:pt>
                <c:pt idx="87">
                  <c:v>39.27538697163657</c:v>
                </c:pt>
                <c:pt idx="88">
                  <c:v>39.816043837185816</c:v>
                </c:pt>
                <c:pt idx="89">
                  <c:v>40.36098777556045</c:v>
                </c:pt>
                <c:pt idx="90">
                  <c:v>40.91037292417225</c:v>
                </c:pt>
                <c:pt idx="91">
                  <c:v>41.46436146131466</c:v>
                </c:pt>
                <c:pt idx="92">
                  <c:v>42.023124221582385</c:v>
                </c:pt>
                <c:pt idx="93">
                  <c:v>42.586841372698174</c:v>
                </c:pt>
                <c:pt idx="94">
                  <c:v>43.155703161409384</c:v>
                </c:pt>
                <c:pt idx="95">
                  <c:v>43.729910737272256</c:v>
                </c:pt>
                <c:pt idx="96">
                  <c:v>44.30967706450066</c:v>
                </c:pt>
                <c:pt idx="97">
                  <c:v>44.895227933668274</c:v>
                </c:pt>
                <c:pt idx="98">
                  <c:v>45.48680308696066</c:v>
                </c:pt>
                <c:pt idx="99">
                  <c:v>46.084657472950475</c:v>
                </c:pt>
                <c:pt idx="100">
                  <c:v>46.689062649594334</c:v>
                </c:pt>
                <c:pt idx="101">
                  <c:v>47.30030835742177</c:v>
                </c:pt>
                <c:pt idx="102">
                  <c:v>47.91870428884199</c:v>
                </c:pt>
                <c:pt idx="103">
                  <c:v>48.54458208429308</c:v>
                </c:pt>
                <c:pt idx="104">
                  <c:v>49.178297591807784</c:v>
                </c:pt>
                <c:pt idx="105">
                  <c:v>49.820233433751845</c:v>
                </c:pt>
                <c:pt idx="106">
                  <c:v>50.47080193334197</c:v>
                </c:pt>
                <c:pt idx="107">
                  <c:v>51.1304484645342</c:v>
                </c:pt>
                <c:pt idx="108">
                  <c:v>51.7996553026026</c:v>
                </c:pt>
                <c:pt idx="109">
                  <c:v>52.478946069972274</c:v>
                </c:pt>
                <c:pt idx="110">
                  <c:v>53.16889089373267</c:v>
                </c:pt>
                <c:pt idx="111">
                  <c:v>53.87011241915387</c:v>
                </c:pt>
              </c:numCache>
            </c:numRef>
          </c:yVal>
          <c:smooth val="0"/>
        </c:ser>
        <c:ser>
          <c:idx val="9"/>
          <c:order val="9"/>
          <c:tx>
            <c:strRef>
              <c:f>Sheet1!$B$1154</c:f>
              <c:strCache>
                <c:ptCount val="1"/>
                <c:pt idx="0">
                  <c:v>0.30 m, 45°</c:v>
                </c:pt>
              </c:strCache>
            </c:strRef>
          </c:tx>
          <c:spPr>
            <a:ln w="22225">
              <a:solidFill>
                <a:srgbClr val="B2432C"/>
              </a:solidFill>
            </a:ln>
          </c:spPr>
          <c:marker>
            <c:symbol val="none"/>
          </c:marker>
          <c:xVal>
            <c:numRef>
              <c:f>Sheet1!$A$1155:$A$1244</c:f>
              <c:numCache>
                <c:formatCode>General</c:formatCode>
                <c:ptCount val="90"/>
                <c:pt idx="0">
                  <c:v>0.0</c:v>
                </c:pt>
                <c:pt idx="1">
                  <c:v>0.075</c:v>
                </c:pt>
                <c:pt idx="2">
                  <c:v>0.15</c:v>
                </c:pt>
                <c:pt idx="3">
                  <c:v>0.22499999999999998</c:v>
                </c:pt>
                <c:pt idx="4">
                  <c:v>0.3</c:v>
                </c:pt>
                <c:pt idx="5">
                  <c:v>0.375</c:v>
                </c:pt>
                <c:pt idx="6">
                  <c:v>0.44999999999999996</c:v>
                </c:pt>
                <c:pt idx="7">
                  <c:v>0.525</c:v>
                </c:pt>
                <c:pt idx="8">
                  <c:v>0.6</c:v>
                </c:pt>
                <c:pt idx="9">
                  <c:v>0.6749999999999999</c:v>
                </c:pt>
                <c:pt idx="10">
                  <c:v>0.75</c:v>
                </c:pt>
                <c:pt idx="11">
                  <c:v>0.825</c:v>
                </c:pt>
                <c:pt idx="12">
                  <c:v>0.8999999999999999</c:v>
                </c:pt>
                <c:pt idx="13">
                  <c:v>0.975</c:v>
                </c:pt>
                <c:pt idx="14">
                  <c:v>1.05</c:v>
                </c:pt>
                <c:pt idx="15">
                  <c:v>1.125</c:v>
                </c:pt>
                <c:pt idx="16">
                  <c:v>1.2</c:v>
                </c:pt>
                <c:pt idx="17">
                  <c:v>1.275</c:v>
                </c:pt>
                <c:pt idx="18">
                  <c:v>1.3499999999999999</c:v>
                </c:pt>
                <c:pt idx="19">
                  <c:v>1.425</c:v>
                </c:pt>
                <c:pt idx="20">
                  <c:v>1.5</c:v>
                </c:pt>
                <c:pt idx="21">
                  <c:v>1.575</c:v>
                </c:pt>
                <c:pt idx="22">
                  <c:v>1.65</c:v>
                </c:pt>
                <c:pt idx="23">
                  <c:v>1.7249999999999999</c:v>
                </c:pt>
                <c:pt idx="24">
                  <c:v>1.7999999999999998</c:v>
                </c:pt>
                <c:pt idx="25">
                  <c:v>1.875</c:v>
                </c:pt>
                <c:pt idx="26">
                  <c:v>1.95</c:v>
                </c:pt>
                <c:pt idx="27">
                  <c:v>2.025</c:v>
                </c:pt>
                <c:pt idx="28">
                  <c:v>2.1</c:v>
                </c:pt>
                <c:pt idx="29">
                  <c:v>2.175</c:v>
                </c:pt>
                <c:pt idx="30">
                  <c:v>2.25</c:v>
                </c:pt>
                <c:pt idx="31">
                  <c:v>2.3249999999999997</c:v>
                </c:pt>
                <c:pt idx="32">
                  <c:v>2.4</c:v>
                </c:pt>
                <c:pt idx="33">
                  <c:v>2.475</c:v>
                </c:pt>
                <c:pt idx="34">
                  <c:v>2.55</c:v>
                </c:pt>
                <c:pt idx="35">
                  <c:v>2.625</c:v>
                </c:pt>
                <c:pt idx="36">
                  <c:v>2.6999999999999997</c:v>
                </c:pt>
                <c:pt idx="37">
                  <c:v>2.775</c:v>
                </c:pt>
                <c:pt idx="38">
                  <c:v>2.85</c:v>
                </c:pt>
                <c:pt idx="39">
                  <c:v>2.925</c:v>
                </c:pt>
                <c:pt idx="40">
                  <c:v>3.0</c:v>
                </c:pt>
                <c:pt idx="41">
                  <c:v>3.0749999999999997</c:v>
                </c:pt>
                <c:pt idx="42">
                  <c:v>3.15</c:v>
                </c:pt>
                <c:pt idx="43">
                  <c:v>3.225</c:v>
                </c:pt>
                <c:pt idx="44">
                  <c:v>3.3</c:v>
                </c:pt>
                <c:pt idx="45">
                  <c:v>3.375</c:v>
                </c:pt>
                <c:pt idx="46">
                  <c:v>3.4499999999999997</c:v>
                </c:pt>
                <c:pt idx="47">
                  <c:v>3.525</c:v>
                </c:pt>
                <c:pt idx="48">
                  <c:v>3.5999999999999996</c:v>
                </c:pt>
                <c:pt idx="49">
                  <c:v>3.675</c:v>
                </c:pt>
                <c:pt idx="50">
                  <c:v>3.75</c:v>
                </c:pt>
                <c:pt idx="51">
                  <c:v>3.8249999999999997</c:v>
                </c:pt>
                <c:pt idx="52">
                  <c:v>3.9</c:v>
                </c:pt>
                <c:pt idx="53">
                  <c:v>3.9749999999999996</c:v>
                </c:pt>
                <c:pt idx="54">
                  <c:v>4.05</c:v>
                </c:pt>
                <c:pt idx="55">
                  <c:v>4.125</c:v>
                </c:pt>
                <c:pt idx="56">
                  <c:v>4.2</c:v>
                </c:pt>
                <c:pt idx="57">
                  <c:v>4.2749999999999995</c:v>
                </c:pt>
                <c:pt idx="58">
                  <c:v>4.35</c:v>
                </c:pt>
                <c:pt idx="59">
                  <c:v>4.425</c:v>
                </c:pt>
                <c:pt idx="60">
                  <c:v>4.5</c:v>
                </c:pt>
                <c:pt idx="61">
                  <c:v>4.575</c:v>
                </c:pt>
                <c:pt idx="62">
                  <c:v>4.6499999999999995</c:v>
                </c:pt>
                <c:pt idx="63">
                  <c:v>4.725</c:v>
                </c:pt>
                <c:pt idx="64">
                  <c:v>4.8</c:v>
                </c:pt>
                <c:pt idx="65">
                  <c:v>4.875</c:v>
                </c:pt>
                <c:pt idx="66">
                  <c:v>4.95</c:v>
                </c:pt>
                <c:pt idx="67">
                  <c:v>5.0249999999999995</c:v>
                </c:pt>
                <c:pt idx="68">
                  <c:v>5.1</c:v>
                </c:pt>
                <c:pt idx="69">
                  <c:v>5.175</c:v>
                </c:pt>
                <c:pt idx="70">
                  <c:v>5.25</c:v>
                </c:pt>
                <c:pt idx="71">
                  <c:v>5.325</c:v>
                </c:pt>
                <c:pt idx="72">
                  <c:v>5.3999999999999995</c:v>
                </c:pt>
                <c:pt idx="73">
                  <c:v>5.475</c:v>
                </c:pt>
                <c:pt idx="74">
                  <c:v>5.55</c:v>
                </c:pt>
                <c:pt idx="75">
                  <c:v>5.625</c:v>
                </c:pt>
                <c:pt idx="76">
                  <c:v>5.7</c:v>
                </c:pt>
                <c:pt idx="77">
                  <c:v>5.7749999999999995</c:v>
                </c:pt>
                <c:pt idx="78">
                  <c:v>5.85</c:v>
                </c:pt>
                <c:pt idx="79">
                  <c:v>5.925</c:v>
                </c:pt>
                <c:pt idx="80">
                  <c:v>6.0</c:v>
                </c:pt>
                <c:pt idx="81">
                  <c:v>6.075</c:v>
                </c:pt>
                <c:pt idx="82">
                  <c:v>6.1499999999999995</c:v>
                </c:pt>
                <c:pt idx="83">
                  <c:v>6.225</c:v>
                </c:pt>
                <c:pt idx="84">
                  <c:v>6.3</c:v>
                </c:pt>
                <c:pt idx="85">
                  <c:v>6.375</c:v>
                </c:pt>
                <c:pt idx="86">
                  <c:v>6.45</c:v>
                </c:pt>
                <c:pt idx="87">
                  <c:v>6.5249999999999995</c:v>
                </c:pt>
                <c:pt idx="88">
                  <c:v>6.6</c:v>
                </c:pt>
                <c:pt idx="89">
                  <c:v>6.675</c:v>
                </c:pt>
              </c:numCache>
            </c:numRef>
          </c:xVal>
          <c:yVal>
            <c:numRef>
              <c:f>Sheet1!$B$1155:$B$1244</c:f>
              <c:numCache>
                <c:formatCode>General</c:formatCode>
                <c:ptCount val="90"/>
                <c:pt idx="0">
                  <c:v>0.0</c:v>
                </c:pt>
                <c:pt idx="1">
                  <c:v>0.6253745020836635</c:v>
                </c:pt>
                <c:pt idx="2">
                  <c:v>1.250823522959722</c:v>
                </c:pt>
                <c:pt idx="3">
                  <c:v>1.8764216613722395</c:v>
                </c:pt>
                <c:pt idx="4">
                  <c:v>2.502243676214778</c:v>
                </c:pt>
                <c:pt idx="5">
                  <c:v>3.1283645671971416</c:v>
                </c:pt>
                <c:pt idx="6">
                  <c:v>3.754859656239349</c:v>
                </c:pt>
                <c:pt idx="7">
                  <c:v>4.381804669830082</c:v>
                </c:pt>
                <c:pt idx="8">
                  <c:v>5.00927582260899</c:v>
                </c:pt>
                <c:pt idx="9">
                  <c:v>5.6373499024252975</c:v>
                </c:pt>
                <c:pt idx="10">
                  <c:v>6.266104357149223</c:v>
                </c:pt>
                <c:pt idx="11">
                  <c:v>6.895617383509271</c:v>
                </c:pt>
                <c:pt idx="12">
                  <c:v>7.5259680182509126</c:v>
                </c:pt>
                <c:pt idx="13">
                  <c:v>8.157236231920725</c:v>
                </c:pt>
                <c:pt idx="14">
                  <c:v>8.789503025598432</c:v>
                </c:pt>
                <c:pt idx="15">
                  <c:v>9.422850530919332</c:v>
                </c:pt>
                <c:pt idx="16">
                  <c:v>10.057362113745375</c:v>
                </c:pt>
                <c:pt idx="17">
                  <c:v>10.693122481874314</c:v>
                </c:pt>
                <c:pt idx="18">
                  <c:v>11.33021779719683</c:v>
                </c:pt>
                <c:pt idx="19">
                  <c:v>11.96873579274453</c:v>
                </c:pt>
                <c:pt idx="20">
                  <c:v>12.60876589510378</c:v>
                </c:pt>
                <c:pt idx="21">
                  <c:v>13.250399352708492</c:v>
                </c:pt>
                <c:pt idx="22">
                  <c:v>13.893729370566213</c:v>
                </c:pt>
                <c:pt idx="23">
                  <c:v>14.538851252018961</c:v>
                </c:pt>
                <c:pt idx="24">
                  <c:v>15.18586254819214</c:v>
                </c:pt>
                <c:pt idx="25">
                  <c:v>15.834863215842882</c:v>
                </c:pt>
                <c:pt idx="26">
                  <c:v>16.485955784385624</c:v>
                </c:pt>
                <c:pt idx="27">
                  <c:v>17.139245532944035</c:v>
                </c:pt>
                <c:pt idx="28">
                  <c:v>17.79484067836199</c:v>
                </c:pt>
                <c:pt idx="29">
                  <c:v>18.452852575196307</c:v>
                </c:pt>
                <c:pt idx="30">
                  <c:v>19.11339592881927</c:v>
                </c:pt>
                <c:pt idx="31">
                  <c:v>19.77658902287285</c:v>
                </c:pt>
                <c:pt idx="32">
                  <c:v>20.442553962448837</c:v>
                </c:pt>
                <c:pt idx="33">
                  <c:v>21.111416934515805</c:v>
                </c:pt>
                <c:pt idx="34">
                  <c:v>21.7833084872801</c:v>
                </c:pt>
                <c:pt idx="35">
                  <c:v>22.45836383035794</c:v>
                </c:pt>
                <c:pt idx="36">
                  <c:v>23.13672315784812</c:v>
                </c:pt>
                <c:pt idx="37">
                  <c:v>23.818531996639756</c:v>
                </c:pt>
                <c:pt idx="38">
                  <c:v>24.503941582564433</c:v>
                </c:pt>
                <c:pt idx="39">
                  <c:v>25.19310926732009</c:v>
                </c:pt>
                <c:pt idx="40">
                  <c:v>25.88619895945468</c:v>
                </c:pt>
                <c:pt idx="41">
                  <c:v>26.58338160311278</c:v>
                </c:pt>
                <c:pt idx="42">
                  <c:v>27.284835698723633</c:v>
                </c:pt>
                <c:pt idx="43">
                  <c:v>27.99074787036098</c:v>
                </c:pt>
                <c:pt idx="44">
                  <c:v>28.701313485137145</c:v>
                </c:pt>
                <c:pt idx="45">
                  <c:v>29.41673733073147</c:v>
                </c:pt>
                <c:pt idx="46">
                  <c:v>30.13723435800699</c:v>
                </c:pt>
                <c:pt idx="47">
                  <c:v>30.863030496665893</c:v>
                </c:pt>
                <c:pt idx="48">
                  <c:v>31.594363553060663</c:v>
                </c:pt>
                <c:pt idx="49">
                  <c:v>32.331484200644354</c:v>
                </c:pt>
                <c:pt idx="50">
                  <c:v>33.074657075153986</c:v>
                </c:pt>
                <c:pt idx="51">
                  <c:v>33.824161988523606</c:v>
                </c:pt>
                <c:pt idx="52">
                  <c:v>34.58029527778053</c:v>
                </c:pt>
                <c:pt idx="53">
                  <c:v>35.34337130786561</c:v>
                </c:pt>
                <c:pt idx="54">
                  <c:v>36.113724150532995</c:v>
                </c:pt>
                <c:pt idx="55">
                  <c:v>36.89170946534441</c:v>
                </c:pt>
                <c:pt idx="56">
                  <c:v>37.677706613432136</c:v>
                </c:pt>
                <c:pt idx="57">
                  <c:v>38.47212104035067</c:v>
                </c:pt>
                <c:pt idx="58">
                  <c:v>39.275386971222446</c:v>
                </c:pt>
                <c:pt idx="59">
                  <c:v>40.08797046981191</c:v>
                </c:pt>
                <c:pt idx="60">
                  <c:v>40.91037292355498</c:v>
                </c:pt>
                <c:pt idx="61">
                  <c:v>41.74313502944883</c:v>
                </c:pt>
                <c:pt idx="62">
                  <c:v>42.586841371773126</c:v>
                </c:pt>
                <c:pt idx="63">
                  <c:v>43.44212570279147</c:v>
                </c:pt>
                <c:pt idx="64">
                  <c:v>44.309677063104914</c:v>
                </c:pt>
                <c:pt idx="65">
                  <c:v>45.19024691086064</c:v>
                </c:pt>
                <c:pt idx="66">
                  <c:v>46.084657470825476</c:v>
                </c:pt>
                <c:pt idx="67">
                  <c:v>46.9938115715275</c:v>
                </c:pt>
                <c:pt idx="68">
                  <c:v>47.918704289295775</c:v>
                </c:pt>
                <c:pt idx="69">
                  <c:v>48.86043687062441</c:v>
                </c:pt>
                <c:pt idx="70">
                  <c:v>49.820233434445306</c:v>
                </c:pt>
                <c:pt idx="71">
                  <c:v>50.79946121745338</c:v>
                </c:pt>
                <c:pt idx="72">
                  <c:v>51.799655303674506</c:v>
                </c:pt>
                <c:pt idx="73">
                  <c:v>52.82254911876721</c:v>
                </c:pt>
                <c:pt idx="74">
                  <c:v>53.87011242083969</c:v>
                </c:pt>
                <c:pt idx="75">
                  <c:v>54.944599169889855</c:v>
                </c:pt>
                <c:pt idx="76">
                  <c:v>56.04860860742262</c:v>
                </c:pt>
                <c:pt idx="77">
                  <c:v>57.185164292531375</c:v>
                </c:pt>
                <c:pt idx="78">
                  <c:v>58.35781799735671</c:v>
                </c:pt>
                <c:pt idx="79">
                  <c:v>59.5707887376696</c:v>
                </c:pt>
                <c:pt idx="80">
                  <c:v>60.82915264442197</c:v>
                </c:pt>
                <c:pt idx="81">
                  <c:v>62.139108418737806</c:v>
                </c:pt>
                <c:pt idx="82">
                  <c:v>63.50835873742765</c:v>
                </c:pt>
                <c:pt idx="83">
                  <c:v>64.94667622559508</c:v>
                </c:pt>
                <c:pt idx="84">
                  <c:v>66.46677646531874</c:v>
                </c:pt>
                <c:pt idx="85">
                  <c:v>68.0857299417459</c:v>
                </c:pt>
                <c:pt idx="86">
                  <c:v>69.8273854352309</c:v>
                </c:pt>
                <c:pt idx="87">
                  <c:v>71.72686223187132</c:v>
                </c:pt>
                <c:pt idx="88">
                  <c:v>73.83979145293533</c:v>
                </c:pt>
                <c:pt idx="89">
                  <c:v>76.26441498275953</c:v>
                </c:pt>
              </c:numCache>
            </c:numRef>
          </c:yVal>
          <c:smooth val="0"/>
        </c:ser>
        <c:ser>
          <c:idx val="10"/>
          <c:order val="10"/>
          <c:tx>
            <c:strRef>
              <c:f>Sheet1!$B$1246</c:f>
              <c:strCache>
                <c:ptCount val="1"/>
                <c:pt idx="0">
                  <c:v>0.40 m, 45°</c:v>
                </c:pt>
              </c:strCache>
            </c:strRef>
          </c:tx>
          <c:spPr>
            <a:ln w="22225">
              <a:solidFill>
                <a:srgbClr val="B2432C"/>
              </a:solidFill>
            </a:ln>
          </c:spPr>
          <c:marker>
            <c:symbol val="none"/>
          </c:marker>
          <c:xVal>
            <c:numRef>
              <c:f>Sheet1!$A$1247:$A$1315</c:f>
              <c:numCache>
                <c:formatCode>General</c:formatCode>
                <c:ptCount val="69"/>
                <c:pt idx="0">
                  <c:v>0.0</c:v>
                </c:pt>
                <c:pt idx="1">
                  <c:v>0.1</c:v>
                </c:pt>
                <c:pt idx="2">
                  <c:v>0.2</c:v>
                </c:pt>
                <c:pt idx="3">
                  <c:v>0.30000000000000004</c:v>
                </c:pt>
                <c:pt idx="4">
                  <c:v>0.4</c:v>
                </c:pt>
                <c:pt idx="5">
                  <c:v>0.5</c:v>
                </c:pt>
                <c:pt idx="6">
                  <c:v>0.6000000000000001</c:v>
                </c:pt>
                <c:pt idx="7">
                  <c:v>0.7000000000000001</c:v>
                </c:pt>
                <c:pt idx="8">
                  <c:v>0.8</c:v>
                </c:pt>
                <c:pt idx="9">
                  <c:v>0.9</c:v>
                </c:pt>
                <c:pt idx="10">
                  <c:v>1.0</c:v>
                </c:pt>
                <c:pt idx="11">
                  <c:v>1.1</c:v>
                </c:pt>
                <c:pt idx="12">
                  <c:v>1.2000000000000002</c:v>
                </c:pt>
                <c:pt idx="13">
                  <c:v>1.3</c:v>
                </c:pt>
                <c:pt idx="14">
                  <c:v>1.4000000000000001</c:v>
                </c:pt>
                <c:pt idx="15">
                  <c:v>1.5</c:v>
                </c:pt>
                <c:pt idx="16">
                  <c:v>1.6</c:v>
                </c:pt>
                <c:pt idx="17">
                  <c:v>1.7000000000000002</c:v>
                </c:pt>
                <c:pt idx="18">
                  <c:v>1.8</c:v>
                </c:pt>
                <c:pt idx="19">
                  <c:v>1.9000000000000001</c:v>
                </c:pt>
                <c:pt idx="20">
                  <c:v>2.0</c:v>
                </c:pt>
                <c:pt idx="21">
                  <c:v>2.1</c:v>
                </c:pt>
                <c:pt idx="22">
                  <c:v>2.2</c:v>
                </c:pt>
                <c:pt idx="23">
                  <c:v>2.3000000000000003</c:v>
                </c:pt>
                <c:pt idx="24">
                  <c:v>2.4000000000000004</c:v>
                </c:pt>
                <c:pt idx="25">
                  <c:v>2.5</c:v>
                </c:pt>
                <c:pt idx="26">
                  <c:v>2.6</c:v>
                </c:pt>
                <c:pt idx="27">
                  <c:v>2.7</c:v>
                </c:pt>
                <c:pt idx="28">
                  <c:v>2.8000000000000003</c:v>
                </c:pt>
                <c:pt idx="29">
                  <c:v>2.9000000000000004</c:v>
                </c:pt>
                <c:pt idx="30">
                  <c:v>3.0</c:v>
                </c:pt>
                <c:pt idx="31">
                  <c:v>3.1</c:v>
                </c:pt>
                <c:pt idx="32">
                  <c:v>3.2</c:v>
                </c:pt>
                <c:pt idx="33">
                  <c:v>3.3000000000000003</c:v>
                </c:pt>
                <c:pt idx="34">
                  <c:v>3.4000000000000004</c:v>
                </c:pt>
                <c:pt idx="35">
                  <c:v>3.5</c:v>
                </c:pt>
                <c:pt idx="36">
                  <c:v>3.6</c:v>
                </c:pt>
                <c:pt idx="37">
                  <c:v>3.7</c:v>
                </c:pt>
                <c:pt idx="38">
                  <c:v>3.8000000000000003</c:v>
                </c:pt>
                <c:pt idx="39">
                  <c:v>3.9000000000000004</c:v>
                </c:pt>
                <c:pt idx="40">
                  <c:v>4.0</c:v>
                </c:pt>
                <c:pt idx="41">
                  <c:v>4.1000000000000005</c:v>
                </c:pt>
                <c:pt idx="42">
                  <c:v>4.2</c:v>
                </c:pt>
                <c:pt idx="43">
                  <c:v>4.3</c:v>
                </c:pt>
                <c:pt idx="44">
                  <c:v>4.4</c:v>
                </c:pt>
                <c:pt idx="45">
                  <c:v>4.5</c:v>
                </c:pt>
                <c:pt idx="46">
                  <c:v>4.6000000000000005</c:v>
                </c:pt>
                <c:pt idx="47">
                  <c:v>4.7</c:v>
                </c:pt>
                <c:pt idx="48">
                  <c:v>4.800000000000001</c:v>
                </c:pt>
                <c:pt idx="49">
                  <c:v>4.9</c:v>
                </c:pt>
                <c:pt idx="50">
                  <c:v>5.0</c:v>
                </c:pt>
                <c:pt idx="51">
                  <c:v>5.1000000000000005</c:v>
                </c:pt>
                <c:pt idx="52">
                  <c:v>5.2</c:v>
                </c:pt>
                <c:pt idx="53">
                  <c:v>5.300000000000001</c:v>
                </c:pt>
                <c:pt idx="54">
                  <c:v>5.4</c:v>
                </c:pt>
                <c:pt idx="55">
                  <c:v>5.5</c:v>
                </c:pt>
                <c:pt idx="56">
                  <c:v>5.6000000000000005</c:v>
                </c:pt>
                <c:pt idx="57">
                  <c:v>5.7</c:v>
                </c:pt>
                <c:pt idx="58">
                  <c:v>5.800000000000001</c:v>
                </c:pt>
                <c:pt idx="59">
                  <c:v>5.9</c:v>
                </c:pt>
                <c:pt idx="60">
                  <c:v>6.0</c:v>
                </c:pt>
                <c:pt idx="61">
                  <c:v>6.1000000000000005</c:v>
                </c:pt>
                <c:pt idx="62">
                  <c:v>6.2</c:v>
                </c:pt>
                <c:pt idx="63">
                  <c:v>6.300000000000001</c:v>
                </c:pt>
                <c:pt idx="64">
                  <c:v>6.4</c:v>
                </c:pt>
                <c:pt idx="65">
                  <c:v>6.5</c:v>
                </c:pt>
                <c:pt idx="66">
                  <c:v>6.6000000000000005</c:v>
                </c:pt>
                <c:pt idx="67">
                  <c:v>6.7</c:v>
                </c:pt>
                <c:pt idx="68">
                  <c:v>6.800000000000001</c:v>
                </c:pt>
              </c:numCache>
            </c:numRef>
          </c:xVal>
          <c:yVal>
            <c:numRef>
              <c:f>Sheet1!$B$1247:$B$1315</c:f>
              <c:numCache>
                <c:formatCode>General</c:formatCode>
                <c:ptCount val="69"/>
                <c:pt idx="0">
                  <c:v>0.0</c:v>
                </c:pt>
                <c:pt idx="1">
                  <c:v>0.833845547701296</c:v>
                </c:pt>
                <c:pt idx="2">
                  <c:v>1.6678677693841928</c:v>
                </c:pt>
                <c:pt idx="3">
                  <c:v>2.502243676214778</c:v>
                </c:pt>
                <c:pt idx="4">
                  <c:v>3.3371509555240264</c:v>
                </c:pt>
                <c:pt idx="5">
                  <c:v>4.172768313380315</c:v>
                </c:pt>
                <c:pt idx="6">
                  <c:v>5.009275822609209</c:v>
                </c:pt>
                <c:pt idx="7">
                  <c:v>5.846855278161495</c:v>
                </c:pt>
                <c:pt idx="8">
                  <c:v>6.685690561808861</c:v>
                </c:pt>
                <c:pt idx="9">
                  <c:v>7.5259680182509605</c:v>
                </c:pt>
                <c:pt idx="10">
                  <c:v>8.36787684483739</c:v>
                </c:pt>
                <c:pt idx="11">
                  <c:v>9.211609497259678</c:v>
                </c:pt>
                <c:pt idx="12">
                  <c:v>10.057362113745375</c:v>
                </c:pt>
                <c:pt idx="13">
                  <c:v>10.905334960499738</c:v>
                </c:pt>
                <c:pt idx="14">
                  <c:v>11.755732901382979</c:v>
                </c:pt>
                <c:pt idx="15">
                  <c:v>12.608765895103138</c:v>
                </c:pt>
                <c:pt idx="16">
                  <c:v>13.464649523537293</c:v>
                </c:pt>
                <c:pt idx="17">
                  <c:v>14.323605555182883</c:v>
                </c:pt>
                <c:pt idx="18">
                  <c:v>15.185862548190636</c:v>
                </c:pt>
                <c:pt idx="19">
                  <c:v>16.05165649795531</c:v>
                </c:pt>
                <c:pt idx="20">
                  <c:v>16.921231534845337</c:v>
                </c:pt>
                <c:pt idx="21">
                  <c:v>17.794840678359073</c:v>
                </c:pt>
                <c:pt idx="22">
                  <c:v>18.67274665481473</c:v>
                </c:pt>
                <c:pt idx="23">
                  <c:v>19.555222786639604</c:v>
                </c:pt>
                <c:pt idx="24">
                  <c:v>20.442553962441515</c:v>
                </c:pt>
                <c:pt idx="25">
                  <c:v>21.33503769835652</c:v>
                </c:pt>
                <c:pt idx="26">
                  <c:v>22.23298530270838</c:v>
                </c:pt>
                <c:pt idx="27">
                  <c:v>23.136723157829856</c:v>
                </c:pt>
                <c:pt idx="28">
                  <c:v>24.046594135044227</c:v>
                </c:pt>
                <c:pt idx="29">
                  <c:v>24.96295916135272</c:v>
                </c:pt>
                <c:pt idx="30">
                  <c:v>25.8861989594125</c:v>
                </c:pt>
                <c:pt idx="31">
                  <c:v>26.816715986018426</c:v>
                </c:pt>
                <c:pt idx="32">
                  <c:v>27.75493659866701</c:v>
                </c:pt>
                <c:pt idx="33">
                  <c:v>28.70131348504171</c:v>
                </c:pt>
                <c:pt idx="34">
                  <c:v>29.656328396641737</c:v>
                </c:pt>
                <c:pt idx="35">
                  <c:v>30.62049523554884</c:v>
                </c:pt>
                <c:pt idx="36">
                  <c:v>31.594363552848037</c:v>
                </c:pt>
                <c:pt idx="37">
                  <c:v>32.57852252894699</c:v>
                </c:pt>
                <c:pt idx="38">
                  <c:v>33.573605520569096</c:v>
                </c:pt>
                <c:pt idx="39">
                  <c:v>34.58029527731228</c:v>
                </c:pt>
                <c:pt idx="40">
                  <c:v>35.599329953408095</c:v>
                </c:pt>
                <c:pt idx="41">
                  <c:v>36.63151006906497</c:v>
                </c:pt>
                <c:pt idx="42">
                  <c:v>37.677706612399064</c:v>
                </c:pt>
                <c:pt idx="43">
                  <c:v>38.738870521740246</c:v>
                </c:pt>
                <c:pt idx="44">
                  <c:v>39.81604383724588</c:v>
                </c:pt>
                <c:pt idx="45">
                  <c:v>40.91037292424957</c:v>
                </c:pt>
                <c:pt idx="46">
                  <c:v>42.023124221682195</c:v>
                </c:pt>
                <c:pt idx="47">
                  <c:v>43.15570316153871</c:v>
                </c:pt>
                <c:pt idx="48">
                  <c:v>44.30967706466877</c:v>
                </c:pt>
                <c:pt idx="49">
                  <c:v>45.48680308717978</c:v>
                </c:pt>
                <c:pt idx="50">
                  <c:v>46.68906264988085</c:v>
                </c:pt>
                <c:pt idx="51">
                  <c:v>47.918704289218645</c:v>
                </c:pt>
                <c:pt idx="52">
                  <c:v>49.178297592305455</c:v>
                </c:pt>
                <c:pt idx="53">
                  <c:v>50.47080193400297</c:v>
                </c:pt>
                <c:pt idx="54">
                  <c:v>51.79965530348637</c:v>
                </c:pt>
                <c:pt idx="55">
                  <c:v>53.16889089492501</c:v>
                </c:pt>
                <c:pt idx="56">
                  <c:v>54.58329286104764</c:v>
                </c:pt>
                <c:pt idx="57">
                  <c:v>56.04860860695803</c:v>
                </c:pt>
                <c:pt idx="58">
                  <c:v>57.57184491841321</c:v>
                </c:pt>
                <c:pt idx="59">
                  <c:v>59.161692300017954</c:v>
                </c:pt>
                <c:pt idx="60">
                  <c:v>60.8291526433535</c:v>
                </c:pt>
                <c:pt idx="61">
                  <c:v>62.58850363946403</c:v>
                </c:pt>
                <c:pt idx="62">
                  <c:v>64.45885103393114</c:v>
                </c:pt>
                <c:pt idx="63">
                  <c:v>66.46677646492996</c:v>
                </c:pt>
                <c:pt idx="64">
                  <c:v>68.65120582128499</c:v>
                </c:pt>
                <c:pt idx="65">
                  <c:v>71.0733114752532</c:v>
                </c:pt>
                <c:pt idx="66">
                  <c:v>73.83979141377257</c:v>
                </c:pt>
                <c:pt idx="67">
                  <c:v>77.17176224213682</c:v>
                </c:pt>
                <c:pt idx="68">
                  <c:v>81.72667299387145</c:v>
                </c:pt>
              </c:numCache>
            </c:numRef>
          </c:yVal>
          <c:smooth val="0"/>
        </c:ser>
        <c:ser>
          <c:idx val="11"/>
          <c:order val="11"/>
          <c:tx>
            <c:strRef>
              <c:f>Sheet1!$B$1317</c:f>
              <c:strCache>
                <c:ptCount val="1"/>
                <c:pt idx="0">
                  <c:v>0.50 m, 45°</c:v>
                </c:pt>
              </c:strCache>
            </c:strRef>
          </c:tx>
          <c:spPr>
            <a:ln w="22225">
              <a:solidFill>
                <a:srgbClr val="B2432C"/>
              </a:solidFill>
            </a:ln>
          </c:spPr>
          <c:marker>
            <c:symbol val="none"/>
          </c:marker>
          <c:xVal>
            <c:numRef>
              <c:f>Sheet1!$A$1318:$A$1372</c:f>
              <c:numCache>
                <c:formatCode>General</c:formatCode>
                <c:ptCount val="55"/>
                <c:pt idx="0">
                  <c:v>0.0</c:v>
                </c:pt>
                <c:pt idx="1">
                  <c:v>0.125</c:v>
                </c:pt>
                <c:pt idx="2">
                  <c:v>0.25</c:v>
                </c:pt>
                <c:pt idx="3">
                  <c:v>0.375</c:v>
                </c:pt>
                <c:pt idx="4">
                  <c:v>0.5</c:v>
                </c:pt>
                <c:pt idx="5">
                  <c:v>0.625</c:v>
                </c:pt>
                <c:pt idx="6">
                  <c:v>0.75</c:v>
                </c:pt>
                <c:pt idx="7">
                  <c:v>0.875</c:v>
                </c:pt>
                <c:pt idx="8">
                  <c:v>1.0</c:v>
                </c:pt>
                <c:pt idx="9">
                  <c:v>1.125</c:v>
                </c:pt>
                <c:pt idx="10">
                  <c:v>1.25</c:v>
                </c:pt>
                <c:pt idx="11">
                  <c:v>1.375</c:v>
                </c:pt>
                <c:pt idx="12">
                  <c:v>1.5</c:v>
                </c:pt>
                <c:pt idx="13">
                  <c:v>1.625</c:v>
                </c:pt>
                <c:pt idx="14">
                  <c:v>1.75</c:v>
                </c:pt>
                <c:pt idx="15">
                  <c:v>1.875</c:v>
                </c:pt>
                <c:pt idx="16">
                  <c:v>2.0</c:v>
                </c:pt>
                <c:pt idx="17">
                  <c:v>2.125</c:v>
                </c:pt>
                <c:pt idx="18">
                  <c:v>2.25</c:v>
                </c:pt>
                <c:pt idx="19">
                  <c:v>2.375</c:v>
                </c:pt>
                <c:pt idx="20">
                  <c:v>2.5</c:v>
                </c:pt>
                <c:pt idx="21">
                  <c:v>2.625</c:v>
                </c:pt>
                <c:pt idx="22">
                  <c:v>2.75</c:v>
                </c:pt>
                <c:pt idx="23">
                  <c:v>2.875</c:v>
                </c:pt>
                <c:pt idx="24">
                  <c:v>3.0</c:v>
                </c:pt>
                <c:pt idx="25">
                  <c:v>3.125</c:v>
                </c:pt>
                <c:pt idx="26">
                  <c:v>3.25</c:v>
                </c:pt>
                <c:pt idx="27">
                  <c:v>3.375</c:v>
                </c:pt>
                <c:pt idx="28">
                  <c:v>3.5</c:v>
                </c:pt>
                <c:pt idx="29">
                  <c:v>3.625</c:v>
                </c:pt>
                <c:pt idx="30">
                  <c:v>3.75</c:v>
                </c:pt>
                <c:pt idx="31">
                  <c:v>3.875</c:v>
                </c:pt>
                <c:pt idx="32">
                  <c:v>4.0</c:v>
                </c:pt>
                <c:pt idx="33">
                  <c:v>4.125</c:v>
                </c:pt>
                <c:pt idx="34">
                  <c:v>4.25</c:v>
                </c:pt>
                <c:pt idx="35">
                  <c:v>4.375</c:v>
                </c:pt>
                <c:pt idx="36">
                  <c:v>4.5</c:v>
                </c:pt>
                <c:pt idx="37">
                  <c:v>4.625</c:v>
                </c:pt>
                <c:pt idx="38">
                  <c:v>4.75</c:v>
                </c:pt>
                <c:pt idx="39">
                  <c:v>4.875</c:v>
                </c:pt>
                <c:pt idx="40">
                  <c:v>5.0</c:v>
                </c:pt>
                <c:pt idx="41">
                  <c:v>5.125</c:v>
                </c:pt>
                <c:pt idx="42">
                  <c:v>5.25</c:v>
                </c:pt>
                <c:pt idx="43">
                  <c:v>5.375</c:v>
                </c:pt>
                <c:pt idx="44">
                  <c:v>5.5</c:v>
                </c:pt>
                <c:pt idx="45">
                  <c:v>5.625</c:v>
                </c:pt>
                <c:pt idx="46">
                  <c:v>5.75</c:v>
                </c:pt>
                <c:pt idx="47">
                  <c:v>5.875</c:v>
                </c:pt>
                <c:pt idx="48">
                  <c:v>6.0</c:v>
                </c:pt>
                <c:pt idx="49">
                  <c:v>6.125</c:v>
                </c:pt>
                <c:pt idx="50">
                  <c:v>6.25</c:v>
                </c:pt>
                <c:pt idx="51">
                  <c:v>6.375</c:v>
                </c:pt>
                <c:pt idx="52">
                  <c:v>6.5</c:v>
                </c:pt>
                <c:pt idx="53">
                  <c:v>6.625</c:v>
                </c:pt>
                <c:pt idx="54">
                  <c:v>6.75</c:v>
                </c:pt>
              </c:numCache>
            </c:numRef>
          </c:xVal>
          <c:yVal>
            <c:numRef>
              <c:f>Sheet1!$B$1318:$B$1372</c:f>
              <c:numCache>
                <c:formatCode>General</c:formatCode>
                <c:ptCount val="55"/>
                <c:pt idx="0">
                  <c:v>0.0</c:v>
                </c:pt>
                <c:pt idx="1">
                  <c:v>1.0423276337968366</c:v>
                </c:pt>
                <c:pt idx="2">
                  <c:v>2.085000426537995</c:v>
                </c:pt>
                <c:pt idx="3">
                  <c:v>3.128364567197258</c:v>
                </c:pt>
                <c:pt idx="4">
                  <c:v>4.172768313380315</c:v>
                </c:pt>
                <c:pt idx="5">
                  <c:v>5.218563047160082</c:v>
                </c:pt>
                <c:pt idx="6">
                  <c:v>6.266104357149573</c:v>
                </c:pt>
                <c:pt idx="7">
                  <c:v>7.315753156214349</c:v>
                </c:pt>
                <c:pt idx="8">
                  <c:v>8.367876844837085</c:v>
                </c:pt>
                <c:pt idx="9">
                  <c:v>9.422850530919138</c:v>
                </c:pt>
                <c:pt idx="10">
                  <c:v>10.481058317788584</c:v>
                </c:pt>
                <c:pt idx="11">
                  <c:v>11.542894673389267</c:v>
                </c:pt>
                <c:pt idx="12">
                  <c:v>12.608765895102206</c:v>
                </c:pt>
                <c:pt idx="13">
                  <c:v>13.679091686442131</c:v>
                </c:pt>
                <c:pt idx="14">
                  <c:v>14.754306864029653</c:v>
                </c:pt>
                <c:pt idx="15">
                  <c:v>15.834863215837569</c:v>
                </c:pt>
                <c:pt idx="16">
                  <c:v>16.921231534839873</c:v>
                </c:pt>
                <c:pt idx="17">
                  <c:v>18.013903855964323</c:v>
                </c:pt>
                <c:pt idx="18">
                  <c:v>19.113395928802404</c:v>
                </c:pt>
                <c:pt idx="19">
                  <c:v>20.220249964047124</c:v>
                </c:pt>
                <c:pt idx="20">
                  <c:v>21.33503769832975</c:v>
                </c:pt>
                <c:pt idx="21">
                  <c:v>22.458363830304375</c:v>
                </c:pt>
                <c:pt idx="22">
                  <c:v>23.590869890848836</c:v>
                </c:pt>
                <c:pt idx="23">
                  <c:v>24.73323862259643</c:v>
                </c:pt>
                <c:pt idx="24">
                  <c:v>25.886198959299815</c:v>
                </c:pt>
                <c:pt idx="25">
                  <c:v>27.05053171457381</c:v>
                </c:pt>
                <c:pt idx="26">
                  <c:v>28.22707611344791</c:v>
                </c:pt>
                <c:pt idx="27">
                  <c:v>29.416737330303917</c:v>
                </c:pt>
                <c:pt idx="28">
                  <c:v>30.620495235115197</c:v>
                </c:pt>
                <c:pt idx="29">
                  <c:v>31.839414599944966</c:v>
                </c:pt>
                <c:pt idx="30">
                  <c:v>33.07465707524603</c:v>
                </c:pt>
                <c:pt idx="31">
                  <c:v>34.32749534526536</c:v>
                </c:pt>
                <c:pt idx="32">
                  <c:v>35.59932995419228</c:v>
                </c:pt>
                <c:pt idx="33">
                  <c:v>36.89170946558656</c:v>
                </c:pt>
                <c:pt idx="34">
                  <c:v>38.20635479855087</c:v>
                </c:pt>
                <c:pt idx="35">
                  <c:v>39.54518885550056</c:v>
                </c:pt>
                <c:pt idx="36">
                  <c:v>40.91037292420159</c:v>
                </c:pt>
                <c:pt idx="37">
                  <c:v>42.304351853378066</c:v>
                </c:pt>
                <c:pt idx="38">
                  <c:v>43.72991073732206</c:v>
                </c:pt>
                <c:pt idx="39">
                  <c:v>45.190246912645584</c:v>
                </c:pt>
                <c:pt idx="40">
                  <c:v>46.68906264967923</c:v>
                </c:pt>
                <c:pt idx="41">
                  <c:v>48.23068630900046</c:v>
                </c:pt>
                <c:pt idx="42">
                  <c:v>49.820233433901784</c:v>
                </c:pt>
                <c:pt idx="43">
                  <c:v>51.463825144730144</c:v>
                </c:pt>
                <c:pt idx="44">
                  <c:v>53.168890894018084</c:v>
                </c:pt>
                <c:pt idx="45">
                  <c:v>54.94459916818238</c:v>
                </c:pt>
                <c:pt idx="46">
                  <c:v>56.8024891156684</c:v>
                </c:pt>
                <c:pt idx="47">
                  <c:v>58.75743102903236</c:v>
                </c:pt>
                <c:pt idx="48">
                  <c:v>60.82915264460224</c:v>
                </c:pt>
                <c:pt idx="49">
                  <c:v>63.04480091838179</c:v>
                </c:pt>
                <c:pt idx="50">
                  <c:v>65.44355354140524</c:v>
                </c:pt>
                <c:pt idx="51">
                  <c:v>68.08572993909823</c:v>
                </c:pt>
                <c:pt idx="52">
                  <c:v>71.07331146535601</c:v>
                </c:pt>
                <c:pt idx="53">
                  <c:v>74.6064775142295</c:v>
                </c:pt>
                <c:pt idx="54">
                  <c:v>79.20893682363644</c:v>
                </c:pt>
              </c:numCache>
            </c:numRef>
          </c:yVal>
          <c:smooth val="0"/>
        </c:ser>
        <c:ser>
          <c:idx val="12"/>
          <c:order val="12"/>
          <c:tx>
            <c:strRef>
              <c:f>Sheet1!$B$1374</c:f>
              <c:strCache>
                <c:ptCount val="1"/>
                <c:pt idx="0">
                  <c:v>small-angle: θ = m g e / 67 N·m/rad</c:v>
                </c:pt>
              </c:strCache>
            </c:strRef>
          </c:tx>
          <c:spPr>
            <a:ln w="19050">
              <a:solidFill>
                <a:srgbClr val="2B3A44"/>
              </a:solidFill>
              <a:prstDash val="dash"/>
            </a:ln>
          </c:spPr>
          <c:marker>
            <c:symbol val="none"/>
          </c:marker>
          <c:xVal>
            <c:numRef>
              <c:f>Sheet1!$A$1375:$A$1404</c:f>
              <c:numCache>
                <c:formatCode>General</c:formatCode>
                <c:ptCount val="30"/>
                <c:pt idx="0">
                  <c:v>0.0</c:v>
                </c:pt>
                <c:pt idx="1">
                  <c:v>0.2413793103448276</c:v>
                </c:pt>
                <c:pt idx="2">
                  <c:v>0.4827586206896552</c:v>
                </c:pt>
                <c:pt idx="3">
                  <c:v>0.7241379310344828</c:v>
                </c:pt>
                <c:pt idx="4">
                  <c:v>0.9655172413793104</c:v>
                </c:pt>
                <c:pt idx="5">
                  <c:v>1.206896551724138</c:v>
                </c:pt>
                <c:pt idx="6">
                  <c:v>1.4482758620689655</c:v>
                </c:pt>
                <c:pt idx="7">
                  <c:v>1.6896551724137931</c:v>
                </c:pt>
                <c:pt idx="8">
                  <c:v>1.9310344827586208</c:v>
                </c:pt>
                <c:pt idx="9">
                  <c:v>2.1724137931034484</c:v>
                </c:pt>
                <c:pt idx="10">
                  <c:v>2.413793103448276</c:v>
                </c:pt>
                <c:pt idx="11">
                  <c:v>2.6551724137931036</c:v>
                </c:pt>
                <c:pt idx="12">
                  <c:v>2.896551724137931</c:v>
                </c:pt>
                <c:pt idx="13">
                  <c:v>3.137931034482759</c:v>
                </c:pt>
                <c:pt idx="14">
                  <c:v>3.3793103448275863</c:v>
                </c:pt>
                <c:pt idx="15">
                  <c:v>3.620689655172414</c:v>
                </c:pt>
                <c:pt idx="16">
                  <c:v>3.8620689655172415</c:v>
                </c:pt>
                <c:pt idx="17">
                  <c:v>4.103448275862069</c:v>
                </c:pt>
                <c:pt idx="18">
                  <c:v>4.344827586206897</c:v>
                </c:pt>
                <c:pt idx="19">
                  <c:v>4.586206896551724</c:v>
                </c:pt>
                <c:pt idx="20">
                  <c:v>4.827586206896552</c:v>
                </c:pt>
                <c:pt idx="21">
                  <c:v>5.06896551724138</c:v>
                </c:pt>
                <c:pt idx="22">
                  <c:v>5.310344827586207</c:v>
                </c:pt>
                <c:pt idx="23">
                  <c:v>5.551724137931035</c:v>
                </c:pt>
                <c:pt idx="24">
                  <c:v>5.793103448275862</c:v>
                </c:pt>
                <c:pt idx="25">
                  <c:v>6.0344827586206895</c:v>
                </c:pt>
                <c:pt idx="26">
                  <c:v>6.275862068965518</c:v>
                </c:pt>
                <c:pt idx="27">
                  <c:v>6.517241379310345</c:v>
                </c:pt>
                <c:pt idx="28">
                  <c:v>6.758620689655173</c:v>
                </c:pt>
                <c:pt idx="29">
                  <c:v>7.0</c:v>
                </c:pt>
              </c:numCache>
            </c:numRef>
          </c:xVal>
          <c:yVal>
            <c:numRef>
              <c:f>Sheet1!$B$1375:$B$1404</c:f>
              <c:numCache>
                <c:formatCode>General</c:formatCode>
                <c:ptCount val="30"/>
                <c:pt idx="0">
                  <c:v>0.0</c:v>
                </c:pt>
                <c:pt idx="1">
                  <c:v>2.0126595837436088</c:v>
                </c:pt>
                <c:pt idx="2">
                  <c:v>4.0253191674872175</c:v>
                </c:pt>
                <c:pt idx="3">
                  <c:v>6.037978751230827</c:v>
                </c:pt>
                <c:pt idx="4">
                  <c:v>8.050638334974435</c:v>
                </c:pt>
                <c:pt idx="5">
                  <c:v>10.063297918718044</c:v>
                </c:pt>
                <c:pt idx="6">
                  <c:v>12.075957502461653</c:v>
                </c:pt>
                <c:pt idx="7">
                  <c:v>14.08861708620526</c:v>
                </c:pt>
                <c:pt idx="8">
                  <c:v>16.10127666994887</c:v>
                </c:pt>
                <c:pt idx="9">
                  <c:v>18.11393625369248</c:v>
                </c:pt>
                <c:pt idx="10">
                  <c:v>20.12659583743609</c:v>
                </c:pt>
                <c:pt idx="11">
                  <c:v>22.1392554211797</c:v>
                </c:pt>
                <c:pt idx="12">
                  <c:v>24.151915004923307</c:v>
                </c:pt>
                <c:pt idx="13">
                  <c:v>26.16457458866692</c:v>
                </c:pt>
                <c:pt idx="14">
                  <c:v>28.17723417241052</c:v>
                </c:pt>
                <c:pt idx="15">
                  <c:v>30.189893756154138</c:v>
                </c:pt>
                <c:pt idx="16">
                  <c:v>32.20255333989774</c:v>
                </c:pt>
                <c:pt idx="17">
                  <c:v>34.21521292364136</c:v>
                </c:pt>
                <c:pt idx="18">
                  <c:v>36.22787250738496</c:v>
                </c:pt>
                <c:pt idx="19">
                  <c:v>38.24053209112857</c:v>
                </c:pt>
                <c:pt idx="20">
                  <c:v>40.25319167487218</c:v>
                </c:pt>
                <c:pt idx="21">
                  <c:v>42.26585125861579</c:v>
                </c:pt>
                <c:pt idx="22">
                  <c:v>44.2785108423594</c:v>
                </c:pt>
                <c:pt idx="23">
                  <c:v>46.29117042610301</c:v>
                </c:pt>
                <c:pt idx="24">
                  <c:v>48.303830009846614</c:v>
                </c:pt>
                <c:pt idx="25">
                  <c:v>50.31648959359023</c:v>
                </c:pt>
                <c:pt idx="26">
                  <c:v>52.32914917733384</c:v>
                </c:pt>
                <c:pt idx="27">
                  <c:v>54.341808761077445</c:v>
                </c:pt>
                <c:pt idx="28">
                  <c:v>56.35446834482104</c:v>
                </c:pt>
                <c:pt idx="29">
                  <c:v>58.36712792856466</c:v>
                </c:pt>
              </c:numCache>
            </c:numRef>
          </c:yVal>
          <c:smooth val="0"/>
        </c:ser>
        <c:axId val="-2128940872"/>
        <c:axId val="-2129643912"/>
      </c:scatterChart>
      <c:valAx>
        <c:axId val="-2128940872"/>
        <c:scaling>
          <c:orientation val="minMax"/>
          <c:max val="7.0"/>
          <c:min val="0.0"/>
        </c:scaling>
        <c:delete val="0"/>
        <c:axPos val="b"/>
        <c:majorGridlines>
          <c:spPr>
            <a:ln>
              <a:solidFill>
                <a:srgbClr val="E6ECEE"/>
              </a:solidFill>
            </a:ln>
          </c:spPr>
        </c:majorGridlines>
        <c:title>
          <c:tx>
            <c:rich>
              <a:bodyPr/>
              <a:lstStyle/>
              <a:p>
                <a:r>
                  <a:rPr sz="1200" b="0">
                    <a:solidFill>
                      <a:srgbClr val="2B3A44"/>
                    </a:solidFill>
                  </a:rPr>
                  <a:t>mass × offset (kg·m)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90.0"/>
          <c:min val="0.0"/>
        </c:scaling>
        <c:delete val="0"/>
        <c:axPos val="l"/>
        <c:majorGridlines>
          <c:spPr>
            <a:ln>
              <a:solidFill>
                <a:srgbClr val="E6ECEE"/>
              </a:solidFill>
            </a:ln>
          </c:spPr>
        </c:majorGridlines>
        <c:title>
          <c:tx>
            <c:rich>
              <a:bodyPr/>
              <a:lstStyle/>
              <a:p>
                <a:r>
                  <a:rPr sz="1200" b="0">
                    <a:solidFill>
                      <a:srgbClr val="2B3A44"/>
                    </a:solidFill>
                  </a:rPr>
                  <a:t>hub tilt (°)</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limit, 0° (between buoys)</c:v>
                </c:pt>
              </c:strCache>
            </c:strRef>
          </c:tx>
          <c:spPr>
            <a:ln w="31750">
              <a:solidFill>
                <a:srgbClr val="0C8B96"/>
              </a:solidFill>
            </a:ln>
          </c:spPr>
          <c:marker>
            <c:symbol val="none"/>
          </c:marker>
          <c:xVal>
            <c:numRef>
              <c:f>Sheet1!$A$2:$A$22</c:f>
              <c:numCache>
                <c:formatCode>General</c:formatCode>
                <c:ptCount val="2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numCache>
            </c:numRef>
          </c:xVal>
          <c:yVal>
            <c:numRef>
              <c:f>Sheet1!$B$2:$B$22</c:f>
              <c:numCache>
                <c:formatCode>General</c:formatCode>
                <c:ptCount val="21"/>
                <c:pt idx="0">
                  <c:v>54.678435035594646</c:v>
                </c:pt>
                <c:pt idx="1">
                  <c:v>50.46875</c:v>
                </c:pt>
                <c:pt idx="2">
                  <c:v>46.74546633854387</c:v>
                </c:pt>
                <c:pt idx="3">
                  <c:v>43.640625</c:v>
                </c:pt>
                <c:pt idx="4">
                  <c:v>40.875</c:v>
                </c:pt>
                <c:pt idx="5">
                  <c:v>38.4453125</c:v>
                </c:pt>
                <c:pt idx="6">
                  <c:v>36.23207431532402</c:v>
                </c:pt>
                <c:pt idx="7">
                  <c:v>34.3515625</c:v>
                </c:pt>
                <c:pt idx="8">
                  <c:v>32.609375</c:v>
                </c:pt>
                <c:pt idx="9">
                  <c:v>30.421875</c:v>
                </c:pt>
                <c:pt idx="10">
                  <c:v>27.375</c:v>
                </c:pt>
                <c:pt idx="11">
                  <c:v>24.890625</c:v>
                </c:pt>
                <c:pt idx="12">
                  <c:v>22.8125</c:v>
                </c:pt>
                <c:pt idx="13">
                  <c:v>21.0625</c:v>
                </c:pt>
                <c:pt idx="14">
                  <c:v>19.5546875</c:v>
                </c:pt>
                <c:pt idx="15">
                  <c:v>18.25</c:v>
                </c:pt>
                <c:pt idx="16">
                  <c:v>17.109375</c:v>
                </c:pt>
                <c:pt idx="17">
                  <c:v>16.1015625</c:v>
                </c:pt>
                <c:pt idx="18">
                  <c:v>15.2109375</c:v>
                </c:pt>
                <c:pt idx="19">
                  <c:v>14.40625</c:v>
                </c:pt>
                <c:pt idx="20">
                  <c:v>13.6875</c:v>
                </c:pt>
              </c:numCache>
            </c:numRef>
          </c:yVal>
          <c:smooth val="0"/>
        </c:ser>
        <c:ser>
          <c:idx val="1"/>
          <c:order val="1"/>
          <c:tx>
            <c:strRef>
              <c:f>Sheet1!$B$24</c:f>
              <c:strCache>
                <c:ptCount val="1"/>
                <c:pt idx="0">
                  <c:v>limit, 15°</c:v>
                </c:pt>
              </c:strCache>
            </c:strRef>
          </c:tx>
          <c:spPr>
            <a:ln w="31750">
              <a:solidFill>
                <a:srgbClr val="5A8A2B"/>
              </a:solidFill>
            </a:ln>
          </c:spPr>
          <c:marker>
            <c:symbol val="none"/>
          </c:marker>
          <c:xVal>
            <c:numRef>
              <c:f>Sheet1!$A$25:$A$45</c:f>
              <c:numCache>
                <c:formatCode>General</c:formatCode>
                <c:ptCount val="2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numCache>
            </c:numRef>
          </c:xVal>
          <c:yVal>
            <c:numRef>
              <c:f>Sheet1!$B$25:$B$45</c:f>
              <c:numCache>
                <c:formatCode>General</c:formatCode>
                <c:ptCount val="21"/>
                <c:pt idx="0">
                  <c:v>54.678435035594646</c:v>
                </c:pt>
                <c:pt idx="1">
                  <c:v>49.511209780238765</c:v>
                </c:pt>
                <c:pt idx="2">
                  <c:v>45.25649854252605</c:v>
                </c:pt>
                <c:pt idx="3">
                  <c:v>41.66938610916871</c:v>
                </c:pt>
                <c:pt idx="4">
                  <c:v>38.56648507621251</c:v>
                </c:pt>
                <c:pt idx="5">
                  <c:v>35.98176269536129</c:v>
                </c:pt>
                <c:pt idx="6">
                  <c:v>33.64036080928614</c:v>
                </c:pt>
                <c:pt idx="7">
                  <c:v>31.594102922409647</c:v>
                </c:pt>
                <c:pt idx="8">
                  <c:v>29.798221727597397</c:v>
                </c:pt>
                <c:pt idx="9">
                  <c:v>28.250892943499508</c:v>
                </c:pt>
                <c:pt idx="10">
                  <c:v>26.984375</c:v>
                </c:pt>
                <c:pt idx="11">
                  <c:v>24.890625</c:v>
                </c:pt>
                <c:pt idx="12">
                  <c:v>22.8125</c:v>
                </c:pt>
                <c:pt idx="13">
                  <c:v>21.0625</c:v>
                </c:pt>
                <c:pt idx="14">
                  <c:v>19.5546875</c:v>
                </c:pt>
                <c:pt idx="15">
                  <c:v>18.25</c:v>
                </c:pt>
                <c:pt idx="16">
                  <c:v>17.109375</c:v>
                </c:pt>
                <c:pt idx="17">
                  <c:v>16.1015625</c:v>
                </c:pt>
                <c:pt idx="18">
                  <c:v>15.2109375</c:v>
                </c:pt>
                <c:pt idx="19">
                  <c:v>14.40625</c:v>
                </c:pt>
                <c:pt idx="20">
                  <c:v>13.6875</c:v>
                </c:pt>
              </c:numCache>
            </c:numRef>
          </c:yVal>
          <c:smooth val="0"/>
        </c:ser>
        <c:ser>
          <c:idx val="2"/>
          <c:order val="2"/>
          <c:tx>
            <c:strRef>
              <c:f>Sheet1!$B$47</c:f>
              <c:strCache>
                <c:ptCount val="1"/>
                <c:pt idx="0">
                  <c:v>limit, 30°</c:v>
                </c:pt>
              </c:strCache>
            </c:strRef>
          </c:tx>
          <c:spPr>
            <a:ln w="31750">
              <a:solidFill>
                <a:srgbClr val="C9772B"/>
              </a:solidFill>
            </a:ln>
          </c:spPr>
          <c:marker>
            <c:symbol val="none"/>
          </c:marker>
          <c:xVal>
            <c:numRef>
              <c:f>Sheet1!$A$48:$A$68</c:f>
              <c:numCache>
                <c:formatCode>General</c:formatCode>
                <c:ptCount val="2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numCache>
            </c:numRef>
          </c:xVal>
          <c:yVal>
            <c:numRef>
              <c:f>Sheet1!$B$48:$B$68</c:f>
              <c:numCache>
                <c:formatCode>General</c:formatCode>
                <c:ptCount val="21"/>
                <c:pt idx="0">
                  <c:v>54.678435035594646</c:v>
                </c:pt>
                <c:pt idx="1">
                  <c:v>48.99891673898946</c:v>
                </c:pt>
                <c:pt idx="2">
                  <c:v>44.33806921170299</c:v>
                </c:pt>
                <c:pt idx="3">
                  <c:v>40.52887548972887</c:v>
                </c:pt>
                <c:pt idx="4">
                  <c:v>37.302342596074205</c:v>
                </c:pt>
                <c:pt idx="5">
                  <c:v>34.558098959595036</c:v>
                </c:pt>
                <c:pt idx="6">
                  <c:v>32.24978610562414</c:v>
                </c:pt>
                <c:pt idx="7">
                  <c:v>30.149801304344077</c:v>
                </c:pt>
                <c:pt idx="8">
                  <c:v>28.308586910235665</c:v>
                </c:pt>
                <c:pt idx="9">
                  <c:v>26.753286585655403</c:v>
                </c:pt>
                <c:pt idx="10">
                  <c:v>25.277950709720884</c:v>
                </c:pt>
                <c:pt idx="11">
                  <c:v>24.010797157083356</c:v>
                </c:pt>
                <c:pt idx="12">
                  <c:v>22.8125</c:v>
                </c:pt>
                <c:pt idx="13">
                  <c:v>21.0625</c:v>
                </c:pt>
                <c:pt idx="14">
                  <c:v>19.5546875</c:v>
                </c:pt>
                <c:pt idx="15">
                  <c:v>18.25</c:v>
                </c:pt>
                <c:pt idx="16">
                  <c:v>17.109375</c:v>
                </c:pt>
                <c:pt idx="17">
                  <c:v>16.1015625</c:v>
                </c:pt>
                <c:pt idx="18">
                  <c:v>15.2109375</c:v>
                </c:pt>
                <c:pt idx="19">
                  <c:v>14.40625</c:v>
                </c:pt>
                <c:pt idx="20">
                  <c:v>13.6875</c:v>
                </c:pt>
              </c:numCache>
            </c:numRef>
          </c:yVal>
          <c:smooth val="0"/>
        </c:ser>
        <c:ser>
          <c:idx val="3"/>
          <c:order val="3"/>
          <c:tx>
            <c:strRef>
              <c:f>Sheet1!$B$70</c:f>
              <c:strCache>
                <c:ptCount val="1"/>
                <c:pt idx="0">
                  <c:v>limit, 45° (towards a buoy)</c:v>
                </c:pt>
              </c:strCache>
            </c:strRef>
          </c:tx>
          <c:spPr>
            <a:ln w="31750">
              <a:solidFill>
                <a:srgbClr val="B2432C"/>
              </a:solidFill>
            </a:ln>
          </c:spPr>
          <c:marker>
            <c:symbol val="none"/>
          </c:marker>
          <c:xVal>
            <c:numRef>
              <c:f>Sheet1!$A$71:$A$91</c:f>
              <c:numCache>
                <c:formatCode>General</c:formatCode>
                <c:ptCount val="21"/>
                <c:pt idx="0">
                  <c:v>0.0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numCache>
            </c:numRef>
          </c:xVal>
          <c:yVal>
            <c:numRef>
              <c:f>Sheet1!$B$71:$B$91</c:f>
              <c:numCache>
                <c:formatCode>General</c:formatCode>
                <c:ptCount val="21"/>
                <c:pt idx="0">
                  <c:v>54.678435035594646</c:v>
                </c:pt>
                <c:pt idx="1">
                  <c:v>48.780297113432994</c:v>
                </c:pt>
                <c:pt idx="2">
                  <c:v>44.0457479196723</c:v>
                </c:pt>
                <c:pt idx="3">
                  <c:v>40.204731643833306</c:v>
                </c:pt>
                <c:pt idx="4">
                  <c:v>36.94116068889174</c:v>
                </c:pt>
                <c:pt idx="5">
                  <c:v>34.13203096313461</c:v>
                </c:pt>
                <c:pt idx="6">
                  <c:v>31.763395358901054</c:v>
                </c:pt>
                <c:pt idx="7">
                  <c:v>29.716540780278955</c:v>
                </c:pt>
                <c:pt idx="8">
                  <c:v>27.83411976448438</c:v>
                </c:pt>
                <c:pt idx="9">
                  <c:v>26.262200454727296</c:v>
                </c:pt>
                <c:pt idx="10">
                  <c:v>24.79471349006153</c:v>
                </c:pt>
                <c:pt idx="11">
                  <c:v>23.524644337130827</c:v>
                </c:pt>
                <c:pt idx="12">
                  <c:v>22.34362448641491</c:v>
                </c:pt>
                <c:pt idx="13">
                  <c:v>21.0625</c:v>
                </c:pt>
                <c:pt idx="14">
                  <c:v>19.5546875</c:v>
                </c:pt>
                <c:pt idx="15">
                  <c:v>18.25</c:v>
                </c:pt>
                <c:pt idx="16">
                  <c:v>17.109375</c:v>
                </c:pt>
                <c:pt idx="17">
                  <c:v>16.1015625</c:v>
                </c:pt>
                <c:pt idx="18">
                  <c:v>15.2109375</c:v>
                </c:pt>
                <c:pt idx="19">
                  <c:v>14.40625</c:v>
                </c:pt>
                <c:pt idx="20">
                  <c:v>13.6875</c:v>
                </c:pt>
              </c:numCache>
            </c:numRef>
          </c:yVal>
          <c:smooth val="0"/>
        </c:ser>
        <c:ser>
          <c:idx val="4"/>
          <c:order val="4"/>
          <c:tx>
            <c:strRef>
              <c:f>Sheet1!$B$93</c:f>
              <c:strCache>
                <c:ptCount val="1"/>
                <c:pt idx="0">
                  <c:v>hub tilt 5°</c:v>
                </c:pt>
              </c:strCache>
            </c:strRef>
          </c:tx>
          <c:spPr>
            <a:ln w="22225">
              <a:solidFill>
                <a:srgbClr val="2B3A44"/>
              </a:solidFill>
              <a:prstDash val="dash"/>
            </a:ln>
          </c:spPr>
          <c:marker>
            <c:symbol val="none"/>
          </c:marker>
          <c:xVal>
            <c:numRef>
              <c:f>Sheet1!$A$94:$A$113</c:f>
              <c:numCache>
                <c:formatCode>General</c:formatCode>
                <c:ptCount val="20"/>
                <c:pt idx="0">
                  <c:v>0.025</c:v>
                </c:pt>
                <c:pt idx="1">
                  <c:v>0.05</c:v>
                </c:pt>
                <c:pt idx="2">
                  <c:v>0.075</c:v>
                </c:pt>
                <c:pt idx="3">
                  <c:v>0.1</c:v>
                </c:pt>
                <c:pt idx="4">
                  <c:v>0.125</c:v>
                </c:pt>
                <c:pt idx="5">
                  <c:v>0.15</c:v>
                </c:pt>
                <c:pt idx="6">
                  <c:v>0.175</c:v>
                </c:pt>
                <c:pt idx="7">
                  <c:v>0.2</c:v>
                </c:pt>
                <c:pt idx="8">
                  <c:v>0.225</c:v>
                </c:pt>
                <c:pt idx="9">
                  <c:v>0.25</c:v>
                </c:pt>
                <c:pt idx="10">
                  <c:v>0.275</c:v>
                </c:pt>
                <c:pt idx="11">
                  <c:v>0.3</c:v>
                </c:pt>
                <c:pt idx="12">
                  <c:v>0.325</c:v>
                </c:pt>
                <c:pt idx="13">
                  <c:v>0.35</c:v>
                </c:pt>
                <c:pt idx="14">
                  <c:v>0.375</c:v>
                </c:pt>
                <c:pt idx="15">
                  <c:v>0.4</c:v>
                </c:pt>
                <c:pt idx="16">
                  <c:v>0.425</c:v>
                </c:pt>
                <c:pt idx="17">
                  <c:v>0.45</c:v>
                </c:pt>
                <c:pt idx="18">
                  <c:v>0.475</c:v>
                </c:pt>
                <c:pt idx="19">
                  <c:v>0.5</c:v>
                </c:pt>
              </c:numCache>
            </c:numRef>
          </c:xVal>
          <c:yVal>
            <c:numRef>
              <c:f>Sheet1!$B$94:$B$113</c:f>
              <c:numCache>
                <c:formatCode>General</c:formatCode>
                <c:ptCount val="20"/>
                <c:pt idx="0">
                  <c:v>23.95567002072751</c:v>
                </c:pt>
                <c:pt idx="1">
                  <c:v>11.977834132813657</c:v>
                </c:pt>
                <c:pt idx="2">
                  <c:v>7.9852221743271015</c:v>
                </c:pt>
                <c:pt idx="3">
                  <c:v>5.988916198196053</c:v>
                </c:pt>
                <c:pt idx="4">
                  <c:v>4.791127350866195</c:v>
                </c:pt>
                <c:pt idx="5">
                  <c:v>3.9926102282875107</c:v>
                </c:pt>
                <c:pt idx="6">
                  <c:v>3.422223943178976</c:v>
                </c:pt>
                <c:pt idx="7">
                  <c:v>2.994457249552155</c:v>
                </c:pt>
                <c:pt idx="8">
                  <c:v>2.6617209405524114</c:v>
                </c:pt>
                <c:pt idx="9">
                  <c:v>2.395543001144611</c:v>
                </c:pt>
                <c:pt idx="10">
                  <c:v>2.1777661226154867</c:v>
                </c:pt>
                <c:pt idx="11">
                  <c:v>1.9963042832457132</c:v>
                </c:pt>
                <c:pt idx="12">
                  <c:v>1.8427133111296976</c:v>
                </c:pt>
                <c:pt idx="13">
                  <c:v>1.7111016540388098</c:v>
                </c:pt>
                <c:pt idx="14">
                  <c:v>1.5970087732373155</c:v>
                </c:pt>
                <c:pt idx="15">
                  <c:v>1.4972278125101968</c:v>
                </c:pt>
                <c:pt idx="16">
                  <c:v>1.4091185184999224</c:v>
                </c:pt>
                <c:pt idx="17">
                  <c:v>1.3308304238851907</c:v>
                </c:pt>
                <c:pt idx="18">
                  <c:v>1.2608164748192963</c:v>
                </c:pt>
                <c:pt idx="19">
                  <c:v>1.1977519248997865</c:v>
                </c:pt>
              </c:numCache>
            </c:numRef>
          </c:yVal>
          <c:smooth val="0"/>
        </c:ser>
        <c:ser>
          <c:idx val="5"/>
          <c:order val="5"/>
          <c:tx>
            <c:strRef>
              <c:f>Sheet1!$B$115</c:f>
              <c:strCache>
                <c:ptCount val="1"/>
                <c:pt idx="0">
                  <c:v>hub tilt 10°</c:v>
                </c:pt>
              </c:strCache>
            </c:strRef>
          </c:tx>
          <c:spPr>
            <a:ln w="19050">
              <a:solidFill>
                <a:srgbClr val="5C6B75"/>
              </a:solidFill>
              <a:prstDash val="dash"/>
            </a:ln>
          </c:spPr>
          <c:marker>
            <c:symbol val="none"/>
          </c:marker>
          <c:xVal>
            <c:numRef>
              <c:f>Sheet1!$A$116:$A$135</c:f>
              <c:numCache>
                <c:formatCode>General</c:formatCode>
                <c:ptCount val="20"/>
                <c:pt idx="0">
                  <c:v>0.025</c:v>
                </c:pt>
                <c:pt idx="1">
                  <c:v>0.05</c:v>
                </c:pt>
                <c:pt idx="2">
                  <c:v>0.075</c:v>
                </c:pt>
                <c:pt idx="3">
                  <c:v>0.1</c:v>
                </c:pt>
                <c:pt idx="4">
                  <c:v>0.125</c:v>
                </c:pt>
                <c:pt idx="5">
                  <c:v>0.15</c:v>
                </c:pt>
                <c:pt idx="6">
                  <c:v>0.175</c:v>
                </c:pt>
                <c:pt idx="7">
                  <c:v>0.2</c:v>
                </c:pt>
                <c:pt idx="8">
                  <c:v>0.225</c:v>
                </c:pt>
                <c:pt idx="9">
                  <c:v>0.25</c:v>
                </c:pt>
                <c:pt idx="10">
                  <c:v>0.275</c:v>
                </c:pt>
                <c:pt idx="11">
                  <c:v>0.3</c:v>
                </c:pt>
                <c:pt idx="12">
                  <c:v>0.325</c:v>
                </c:pt>
                <c:pt idx="13">
                  <c:v>0.35</c:v>
                </c:pt>
                <c:pt idx="14">
                  <c:v>0.375</c:v>
                </c:pt>
                <c:pt idx="15">
                  <c:v>0.4</c:v>
                </c:pt>
                <c:pt idx="16">
                  <c:v>0.425</c:v>
                </c:pt>
                <c:pt idx="17">
                  <c:v>0.45</c:v>
                </c:pt>
                <c:pt idx="18">
                  <c:v>0.475</c:v>
                </c:pt>
                <c:pt idx="19">
                  <c:v>0.5</c:v>
                </c:pt>
              </c:numCache>
            </c:numRef>
          </c:xVal>
          <c:yVal>
            <c:numRef>
              <c:f>Sheet1!$B$116:$B$135</c:f>
              <c:numCache>
                <c:formatCode>General</c:formatCode>
                <c:ptCount val="20"/>
                <c:pt idx="0">
                  <c:v>47.729024260982946</c:v>
                </c:pt>
                <c:pt idx="1">
                  <c:v>23.86450280182932</c:v>
                </c:pt>
                <c:pt idx="2">
                  <c:v>15.909661203222017</c:v>
                </c:pt>
                <c:pt idx="3">
                  <c:v>11.932240424058618</c:v>
                </c:pt>
                <c:pt idx="4">
                  <c:v>9.545789844469686</c:v>
                </c:pt>
                <c:pt idx="5">
                  <c:v>7.954819685141432</c:v>
                </c:pt>
                <c:pt idx="6">
                  <c:v>6.818403767780659</c:v>
                </c:pt>
                <c:pt idx="7">
                  <c:v>5.966109355890134</c:v>
                </c:pt>
                <c:pt idx="8">
                  <c:v>5.303194099934279</c:v>
                </c:pt>
                <c:pt idx="9">
                  <c:v>4.772885388653252</c:v>
                </c:pt>
                <c:pt idx="10">
                  <c:v>4.338950711474731</c:v>
                </c:pt>
                <c:pt idx="11">
                  <c:v>3.9773991069282455</c:v>
                </c:pt>
                <c:pt idx="12">
                  <c:v>3.6714070088642736</c:v>
                </c:pt>
                <c:pt idx="13">
                  <c:v>3.4091506802887817</c:v>
                </c:pt>
                <c:pt idx="14">
                  <c:v>3.181875307723651</c:v>
                </c:pt>
                <c:pt idx="15">
                  <c:v>2.98304406258192</c:v>
                </c:pt>
                <c:pt idx="16">
                  <c:v>2.8075273682016895</c:v>
                </c:pt>
                <c:pt idx="17">
                  <c:v>2.651525701698074</c:v>
                </c:pt>
                <c:pt idx="18">
                  <c:v>2.512035682142655</c:v>
                </c:pt>
                <c:pt idx="19">
                  <c:v>2.3863506950718802</c:v>
                </c:pt>
              </c:numCache>
            </c:numRef>
          </c:yVal>
          <c:smooth val="0"/>
        </c:ser>
        <c:ser>
          <c:idx val="6"/>
          <c:order val="6"/>
          <c:tx>
            <c:strRef>
              <c:f>Sheet1!$B$137</c:f>
              <c:strCache>
                <c:ptCount val="1"/>
                <c:pt idx="0">
                  <c:v>hub tilt 20°</c:v>
                </c:pt>
              </c:strCache>
            </c:strRef>
          </c:tx>
          <c:spPr>
            <a:ln w="19050">
              <a:solidFill>
                <a:srgbClr val="A8B4BA"/>
              </a:solidFill>
              <a:prstDash val="dash"/>
            </a:ln>
          </c:spPr>
          <c:marker>
            <c:symbol val="none"/>
          </c:marker>
          <c:xVal>
            <c:numRef>
              <c:f>Sheet1!$A$138:$A$155</c:f>
              <c:numCache>
                <c:formatCode>General</c:formatCode>
                <c:ptCount val="18"/>
                <c:pt idx="0">
                  <c:v>0.075</c:v>
                </c:pt>
                <c:pt idx="1">
                  <c:v>0.1</c:v>
                </c:pt>
                <c:pt idx="2">
                  <c:v>0.125</c:v>
                </c:pt>
                <c:pt idx="3">
                  <c:v>0.15</c:v>
                </c:pt>
                <c:pt idx="4">
                  <c:v>0.175</c:v>
                </c:pt>
                <c:pt idx="5">
                  <c:v>0.2</c:v>
                </c:pt>
                <c:pt idx="6">
                  <c:v>0.225</c:v>
                </c:pt>
                <c:pt idx="7">
                  <c:v>0.25</c:v>
                </c:pt>
                <c:pt idx="8">
                  <c:v>0.275</c:v>
                </c:pt>
                <c:pt idx="9">
                  <c:v>0.3</c:v>
                </c:pt>
                <c:pt idx="10">
                  <c:v>0.325</c:v>
                </c:pt>
                <c:pt idx="11">
                  <c:v>0.35</c:v>
                </c:pt>
                <c:pt idx="12">
                  <c:v>0.375</c:v>
                </c:pt>
                <c:pt idx="13">
                  <c:v>0.4</c:v>
                </c:pt>
                <c:pt idx="14">
                  <c:v>0.425</c:v>
                </c:pt>
                <c:pt idx="15">
                  <c:v>0.45</c:v>
                </c:pt>
                <c:pt idx="16">
                  <c:v>0.475</c:v>
                </c:pt>
                <c:pt idx="17">
                  <c:v>0.5</c:v>
                </c:pt>
              </c:numCache>
            </c:numRef>
          </c:xVal>
          <c:yVal>
            <c:numRef>
              <c:f>Sheet1!$B$138:$B$155</c:f>
              <c:numCache>
                <c:formatCode>General</c:formatCode>
                <c:ptCount val="18"/>
                <c:pt idx="0">
                  <c:v>31.335913283208853</c:v>
                </c:pt>
                <c:pt idx="1">
                  <c:v>23.50195596312879</c:v>
                </c:pt>
                <c:pt idx="2">
                  <c:v>18.801529708562853</c:v>
                </c:pt>
                <c:pt idx="3">
                  <c:v>15.667913436293153</c:v>
                </c:pt>
                <c:pt idx="4">
                  <c:v>13.429627796319176</c:v>
                </c:pt>
                <c:pt idx="5">
                  <c:v>11.750977283243598</c:v>
                </c:pt>
                <c:pt idx="6">
                  <c:v>10.445247004049572</c:v>
                </c:pt>
                <c:pt idx="7">
                  <c:v>9.40067775543785</c:v>
                </c:pt>
                <c:pt idx="8">
                  <c:v>8.546092830081756</c:v>
                </c:pt>
                <c:pt idx="9">
                  <c:v>7.833867394456046</c:v>
                </c:pt>
                <c:pt idx="10">
                  <c:v>7.231332470736475</c:v>
                </c:pt>
                <c:pt idx="11">
                  <c:v>6.714771241806943</c:v>
                </c:pt>
                <c:pt idx="12">
                  <c:v>6.267145744621725</c:v>
                </c:pt>
                <c:pt idx="13">
                  <c:v>5.875313193506767</c:v>
                </c:pt>
                <c:pt idx="14">
                  <c:v>5.529792459783098</c:v>
                </c:pt>
                <c:pt idx="15">
                  <c:v>5.2225811185582645</c:v>
                </c:pt>
                <c:pt idx="16">
                  <c:v>4.947643841118119</c:v>
                </c:pt>
                <c:pt idx="17">
                  <c:v>4.700253159617431</c:v>
                </c:pt>
              </c:numCache>
            </c:numRef>
          </c:yVal>
          <c:smooth val="0"/>
        </c:ser>
        <c:ser>
          <c:idx val="7"/>
          <c:order val="7"/>
          <c:tx>
            <c:strRef>
              <c:f>Sheet1!$B$157</c:f>
              <c:strCache>
                <c:ptCount val="1"/>
                <c:pt idx="0">
                  <c:v>buoys may touch (worst direction)</c:v>
                </c:pt>
              </c:strCache>
            </c:strRef>
          </c:tx>
          <c:spPr>
            <a:ln w="22225">
              <a:solidFill>
                <a:srgbClr val="7B3FA0"/>
              </a:solidFill>
              <a:prstDash val="sysDot"/>
            </a:ln>
          </c:spPr>
          <c:marker>
            <c:symbol val="none"/>
          </c:marker>
          <c:xVal>
            <c:numRef>
              <c:f>Sheet1!$A$158:$A$175</c:f>
              <c:numCache>
                <c:formatCode>General</c:formatCode>
                <c:ptCount val="18"/>
                <c:pt idx="0">
                  <c:v>0.075</c:v>
                </c:pt>
                <c:pt idx="1">
                  <c:v>0.1</c:v>
                </c:pt>
                <c:pt idx="2">
                  <c:v>0.125</c:v>
                </c:pt>
                <c:pt idx="3">
                  <c:v>0.15</c:v>
                </c:pt>
                <c:pt idx="4">
                  <c:v>0.175</c:v>
                </c:pt>
                <c:pt idx="5">
                  <c:v>0.2</c:v>
                </c:pt>
                <c:pt idx="6">
                  <c:v>0.225</c:v>
                </c:pt>
                <c:pt idx="7">
                  <c:v>0.25</c:v>
                </c:pt>
                <c:pt idx="8">
                  <c:v>0.275</c:v>
                </c:pt>
                <c:pt idx="9">
                  <c:v>0.3</c:v>
                </c:pt>
                <c:pt idx="10">
                  <c:v>0.325</c:v>
                </c:pt>
                <c:pt idx="11">
                  <c:v>0.35</c:v>
                </c:pt>
                <c:pt idx="12">
                  <c:v>0.375</c:v>
                </c:pt>
                <c:pt idx="13">
                  <c:v>0.4</c:v>
                </c:pt>
                <c:pt idx="14">
                  <c:v>0.425</c:v>
                </c:pt>
                <c:pt idx="15">
                  <c:v>0.45</c:v>
                </c:pt>
                <c:pt idx="16">
                  <c:v>0.475</c:v>
                </c:pt>
                <c:pt idx="17">
                  <c:v>0.5</c:v>
                </c:pt>
              </c:numCache>
            </c:numRef>
          </c:xVal>
          <c:yVal>
            <c:numRef>
              <c:f>Sheet1!$B$158:$B$175</c:f>
              <c:numCache>
                <c:formatCode>General</c:formatCode>
                <c:ptCount val="18"/>
                <c:pt idx="0">
                  <c:v>45.60217499456989</c:v>
                </c:pt>
                <c:pt idx="1">
                  <c:v>40.82887521266106</c:v>
                </c:pt>
                <c:pt idx="2">
                  <c:v>36.96358447720801</c:v>
                </c:pt>
                <c:pt idx="3">
                  <c:v>33.76532791789802</c:v>
                </c:pt>
                <c:pt idx="4">
                  <c:v>31.069708825689737</c:v>
                </c:pt>
                <c:pt idx="5">
                  <c:v>28.78006682520627</c:v>
                </c:pt>
                <c:pt idx="6">
                  <c:v>26.660108986938468</c:v>
                </c:pt>
                <c:pt idx="7">
                  <c:v>23.99500682830753</c:v>
                </c:pt>
                <c:pt idx="8">
                  <c:v>21.812585629361706</c:v>
                </c:pt>
                <c:pt idx="9">
                  <c:v>19.99582158812487</c:v>
                </c:pt>
                <c:pt idx="10">
                  <c:v>18.45678780476734</c:v>
                </c:pt>
                <c:pt idx="11">
                  <c:v>17.137476728838358</c:v>
                </c:pt>
                <c:pt idx="12">
                  <c:v>15.996636453426092</c:v>
                </c:pt>
                <c:pt idx="13">
                  <c:v>14.996840195482076</c:v>
                </c:pt>
                <c:pt idx="14">
                  <c:v>14.112454854264818</c:v>
                </c:pt>
                <c:pt idx="15">
                  <c:v>13.328446571603745</c:v>
                </c:pt>
                <c:pt idx="16">
                  <c:v>12.626407872873427</c:v>
                </c:pt>
                <c:pt idx="17">
                  <c:v>11.997451521291662</c:v>
                </c:pt>
              </c:numCache>
            </c:numRef>
          </c:yVal>
          <c:smooth val="0"/>
        </c:ser>
        <c:axId val="-2128940872"/>
        <c:axId val="-2129643912"/>
      </c:scatterChart>
      <c:valAx>
        <c:axId val="-2128940872"/>
        <c:scaling>
          <c:orientation val="minMax"/>
          <c:max val="0.5"/>
          <c:min val="0.0"/>
        </c:scaling>
        <c:delete val="0"/>
        <c:axPos val="b"/>
        <c:majorGridlines>
          <c:spPr>
            <a:ln>
              <a:solidFill>
                <a:srgbClr val="E6ECEE"/>
              </a:solidFill>
            </a:ln>
          </c:spPr>
        </c:majorGridlines>
        <c:title>
          <c:tx>
            <c:rich>
              <a:bodyPr/>
              <a:lstStyle/>
              <a:p>
                <a:r>
                  <a:rPr sz="1200" b="0">
                    <a:solidFill>
                      <a:srgbClr val="2B3A44"/>
                    </a:solidFill>
                  </a:rPr>
                  <a:t>payload offset from the hub centre (m)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60.0"/>
          <c:min val="0.0"/>
        </c:scaling>
        <c:delete val="0"/>
        <c:axPos val="l"/>
        <c:majorGridlines>
          <c:spPr>
            <a:ln>
              <a:solidFill>
                <a:srgbClr val="E6ECEE"/>
              </a:solidFill>
            </a:ln>
          </c:spPr>
        </c:majorGridlines>
        <c:title>
          <c:tx>
            <c:rich>
              <a:bodyPr/>
              <a:lstStyle/>
              <a:p>
                <a:r>
                  <a:rPr sz="1200" b="0">
                    <a:solidFill>
                      <a:srgbClr val="2B3A44"/>
                    </a:solidFill>
                  </a:rPr>
                  <a:t>payload mass on the hub (kg)</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limit, 0° (between buoys)</c:v>
                </c:pt>
              </c:strCache>
            </c:strRef>
          </c:tx>
          <c:spPr>
            <a:ln w="31750">
              <a:solidFill>
                <a:srgbClr val="0C8B96"/>
              </a:solidFill>
            </a:ln>
          </c:spPr>
          <c:marker>
            <c:symbol val="none"/>
          </c:marker>
          <c:xVal>
            <c:numRef>
              <c:f>Sheet1!$A$2:$A$22</c:f>
              <c:numCache>
                <c:formatCode>General</c:formatCode>
                <c:ptCount val="21"/>
                <c:pt idx="0">
                  <c:v>0.0</c:v>
                </c:pt>
                <c:pt idx="1">
                  <c:v>9.106677252591597</c:v>
                </c:pt>
                <c:pt idx="2">
                  <c:v>17.335547804139246</c:v>
                </c:pt>
                <c:pt idx="3">
                  <c:v>24.84840073450912</c:v>
                </c:pt>
                <c:pt idx="4">
                  <c:v>31.69710364080494</c:v>
                </c:pt>
                <c:pt idx="5">
                  <c:v>37.9818391082812</c:v>
                </c:pt>
                <c:pt idx="6">
                  <c:v>43.719093074683336</c:v>
                </c:pt>
                <c:pt idx="7">
                  <c:v>49.10109219181124</c:v>
                </c:pt>
                <c:pt idx="8">
                  <c:v>54.038518303703206</c:v>
                </c:pt>
                <c:pt idx="9">
                  <c:v>57.7621398395595</c:v>
                </c:pt>
                <c:pt idx="10">
                  <c:v>59.27634143172665</c:v>
                </c:pt>
                <c:pt idx="11">
                  <c:v>60.590280659242175</c:v>
                </c:pt>
                <c:pt idx="12">
                  <c:v>61.71517460603738</c:v>
                </c:pt>
                <c:pt idx="13">
                  <c:v>62.719037038733774</c:v>
                </c:pt>
                <c:pt idx="14">
                  <c:v>63.586756128223065</c:v>
                </c:pt>
                <c:pt idx="15">
                  <c:v>64.36330292485658</c:v>
                </c:pt>
                <c:pt idx="16">
                  <c:v>65.06122885510062</c:v>
                </c:pt>
                <c:pt idx="17">
                  <c:v>65.68498204756719</c:v>
                </c:pt>
                <c:pt idx="18">
                  <c:v>66.26836817121541</c:v>
                </c:pt>
                <c:pt idx="19">
                  <c:v>66.76962763297516</c:v>
                </c:pt>
                <c:pt idx="20">
                  <c:v>67.24887611467315</c:v>
                </c:pt>
              </c:numCache>
            </c:numRef>
          </c:xVal>
          <c:yVal>
            <c:numRef>
              <c:f>Sheet1!$B$2:$B$22</c:f>
              <c:numCache>
                <c:formatCode>General</c:formatCode>
                <c:ptCount val="21"/>
                <c:pt idx="0">
                  <c:v>142.75843503559463</c:v>
                </c:pt>
                <c:pt idx="1">
                  <c:v>138.54874999999998</c:v>
                </c:pt>
                <c:pt idx="2">
                  <c:v>134.82546633854386</c:v>
                </c:pt>
                <c:pt idx="3">
                  <c:v>131.72062499999998</c:v>
                </c:pt>
                <c:pt idx="4">
                  <c:v>128.95499999999998</c:v>
                </c:pt>
                <c:pt idx="5">
                  <c:v>126.5253125</c:v>
                </c:pt>
                <c:pt idx="6">
                  <c:v>124.31207431532403</c:v>
                </c:pt>
                <c:pt idx="7">
                  <c:v>122.4315625</c:v>
                </c:pt>
                <c:pt idx="8">
                  <c:v>120.689375</c:v>
                </c:pt>
                <c:pt idx="9">
                  <c:v>118.501875</c:v>
                </c:pt>
                <c:pt idx="10">
                  <c:v>115.455</c:v>
                </c:pt>
                <c:pt idx="11">
                  <c:v>112.970625</c:v>
                </c:pt>
                <c:pt idx="12">
                  <c:v>110.8925</c:v>
                </c:pt>
                <c:pt idx="13">
                  <c:v>109.1425</c:v>
                </c:pt>
                <c:pt idx="14">
                  <c:v>107.6346875</c:v>
                </c:pt>
                <c:pt idx="15">
                  <c:v>106.33</c:v>
                </c:pt>
                <c:pt idx="16">
                  <c:v>105.189375</c:v>
                </c:pt>
                <c:pt idx="17">
                  <c:v>104.1815625</c:v>
                </c:pt>
                <c:pt idx="18">
                  <c:v>103.2909375</c:v>
                </c:pt>
                <c:pt idx="19">
                  <c:v>102.48625</c:v>
                </c:pt>
                <c:pt idx="20">
                  <c:v>101.7675</c:v>
                </c:pt>
              </c:numCache>
            </c:numRef>
          </c:yVal>
          <c:smooth val="0"/>
        </c:ser>
        <c:ser>
          <c:idx val="1"/>
          <c:order val="1"/>
          <c:tx>
            <c:strRef>
              <c:f>Sheet1!$B$24</c:f>
              <c:strCache>
                <c:ptCount val="1"/>
                <c:pt idx="0">
                  <c:v>limit, 45° (towards a buoy)</c:v>
                </c:pt>
              </c:strCache>
            </c:strRef>
          </c:tx>
          <c:spPr>
            <a:ln w="31750">
              <a:solidFill>
                <a:srgbClr val="B2432C"/>
              </a:solidFill>
            </a:ln>
          </c:spPr>
          <c:marker>
            <c:symbol val="none"/>
          </c:marker>
          <c:xVal>
            <c:numRef>
              <c:f>Sheet1!$A$25:$A$45</c:f>
              <c:numCache>
                <c:formatCode>General</c:formatCode>
                <c:ptCount val="21"/>
                <c:pt idx="0">
                  <c:v>0.0</c:v>
                </c:pt>
                <c:pt idx="1">
                  <c:v>8.910600470383818</c:v>
                </c:pt>
                <c:pt idx="2">
                  <c:v>16.668116780103503</c:v>
                </c:pt>
                <c:pt idx="3">
                  <c:v>23.50517348907318</c:v>
                </c:pt>
                <c:pt idx="4">
                  <c:v>29.547926515270316</c:v>
                </c:pt>
                <c:pt idx="5">
                  <c:v>34.91066989696638</c:v>
                </c:pt>
                <c:pt idx="6">
                  <c:v>39.75612748259211</c:v>
                </c:pt>
                <c:pt idx="7">
                  <c:v>44.14726104944711</c:v>
                </c:pt>
                <c:pt idx="8">
                  <c:v>48.02541712957501</c:v>
                </c:pt>
                <c:pt idx="9">
                  <c:v>51.67816500656949</c:v>
                </c:pt>
                <c:pt idx="10">
                  <c:v>54.91644834218045</c:v>
                </c:pt>
                <c:pt idx="11">
                  <c:v>57.96602131689829</c:v>
                </c:pt>
                <c:pt idx="12">
                  <c:v>60.70338097577239</c:v>
                </c:pt>
                <c:pt idx="13">
                  <c:v>62.719037038733774</c:v>
                </c:pt>
                <c:pt idx="14">
                  <c:v>63.58675612822308</c:v>
                </c:pt>
                <c:pt idx="15">
                  <c:v>64.3633029248566</c:v>
                </c:pt>
                <c:pt idx="16">
                  <c:v>65.06122885510062</c:v>
                </c:pt>
                <c:pt idx="17">
                  <c:v>65.68498204756719</c:v>
                </c:pt>
                <c:pt idx="18">
                  <c:v>66.26836817121541</c:v>
                </c:pt>
                <c:pt idx="19">
                  <c:v>66.76962763297516</c:v>
                </c:pt>
                <c:pt idx="20">
                  <c:v>67.24887611467315</c:v>
                </c:pt>
              </c:numCache>
            </c:numRef>
          </c:xVal>
          <c:yVal>
            <c:numRef>
              <c:f>Sheet1!$B$25:$B$45</c:f>
              <c:numCache>
                <c:formatCode>General</c:formatCode>
                <c:ptCount val="21"/>
                <c:pt idx="0">
                  <c:v>142.75843503559463</c:v>
                </c:pt>
                <c:pt idx="1">
                  <c:v>136.86029711343298</c:v>
                </c:pt>
                <c:pt idx="2">
                  <c:v>132.1257479196723</c:v>
                </c:pt>
                <c:pt idx="3">
                  <c:v>128.2847316438333</c:v>
                </c:pt>
                <c:pt idx="4">
                  <c:v>125.02116068889174</c:v>
                </c:pt>
                <c:pt idx="5">
                  <c:v>122.21203096313461</c:v>
                </c:pt>
                <c:pt idx="6">
                  <c:v>119.84339535890105</c:v>
                </c:pt>
                <c:pt idx="7">
                  <c:v>117.79654078027895</c:v>
                </c:pt>
                <c:pt idx="8">
                  <c:v>115.91411976448438</c:v>
                </c:pt>
                <c:pt idx="9">
                  <c:v>114.34220045472729</c:v>
                </c:pt>
                <c:pt idx="10">
                  <c:v>112.87471349006152</c:v>
                </c:pt>
                <c:pt idx="11">
                  <c:v>111.60464433713082</c:v>
                </c:pt>
                <c:pt idx="12">
                  <c:v>110.42362448641491</c:v>
                </c:pt>
                <c:pt idx="13">
                  <c:v>109.1425</c:v>
                </c:pt>
                <c:pt idx="14">
                  <c:v>107.6346875</c:v>
                </c:pt>
                <c:pt idx="15">
                  <c:v>106.33</c:v>
                </c:pt>
                <c:pt idx="16">
                  <c:v>105.189375</c:v>
                </c:pt>
                <c:pt idx="17">
                  <c:v>104.1815625</c:v>
                </c:pt>
                <c:pt idx="18">
                  <c:v>103.2909375</c:v>
                </c:pt>
                <c:pt idx="19">
                  <c:v>102.48625</c:v>
                </c:pt>
                <c:pt idx="20">
                  <c:v>101.7675</c:v>
                </c:pt>
              </c:numCache>
            </c:numRef>
          </c:yVal>
          <c:smooth val="0"/>
        </c:ser>
        <c:ser>
          <c:idx val="2"/>
          <c:order val="2"/>
          <c:tx>
            <c:strRef>
              <c:f>Sheet1!$B$47</c:f>
              <c:strCache>
                <c:ptCount val="1"/>
                <c:pt idx="0">
                  <c:v>hub tilt 5°</c:v>
                </c:pt>
              </c:strCache>
            </c:strRef>
          </c:tx>
          <c:spPr>
            <a:ln w="19050">
              <a:solidFill>
                <a:srgbClr val="2B3A44"/>
              </a:solidFill>
              <a:prstDash val="dash"/>
            </a:ln>
          </c:spPr>
          <c:marker>
            <c:symbol val="none"/>
          </c:marker>
          <c:xVal>
            <c:numRef>
              <c:f>Sheet1!$A$48:$A$67</c:f>
              <c:numCache>
                <c:formatCode>General</c:formatCode>
                <c:ptCount val="20"/>
                <c:pt idx="0">
                  <c:v>5.3455453107692215</c:v>
                </c:pt>
                <c:pt idx="1">
                  <c:v>5.985455430163846</c:v>
                </c:pt>
                <c:pt idx="2">
                  <c:v>6.234219309749153</c:v>
                </c:pt>
                <c:pt idx="3">
                  <c:v>6.366519824229571</c:v>
                </c:pt>
                <c:pt idx="4">
                  <c:v>6.448623333661823</c:v>
                </c:pt>
                <c:pt idx="5">
                  <c:v>6.504556922609421</c:v>
                </c:pt>
                <c:pt idx="6">
                  <c:v>6.545077969123667</c:v>
                </c:pt>
                <c:pt idx="7">
                  <c:v>6.575844292647443</c:v>
                </c:pt>
                <c:pt idx="8">
                  <c:v>6.599910222296107</c:v>
                </c:pt>
                <c:pt idx="9">
                  <c:v>6.619310925589871</c:v>
                </c:pt>
                <c:pt idx="10">
                  <c:v>6.635281477116005</c:v>
                </c:pt>
                <c:pt idx="11">
                  <c:v>6.648710665243272</c:v>
                </c:pt>
                <c:pt idx="12">
                  <c:v>6.659961694494692</c:v>
                </c:pt>
                <c:pt idx="13">
                  <c:v>6.669765354044361</c:v>
                </c:pt>
                <c:pt idx="14">
                  <c:v>6.678169780153494</c:v>
                </c:pt>
                <c:pt idx="15">
                  <c:v>6.6857519442060545</c:v>
                </c:pt>
                <c:pt idx="16">
                  <c:v>6.6921585582347936</c:v>
                </c:pt>
                <c:pt idx="17">
                  <c:v>6.6979994247805665</c:v>
                </c:pt>
                <c:pt idx="18">
                  <c:v>6.703406675357194</c:v>
                </c:pt>
                <c:pt idx="19">
                  <c:v>6.708008989223498</c:v>
                </c:pt>
              </c:numCache>
            </c:numRef>
          </c:xVal>
          <c:yVal>
            <c:numRef>
              <c:f>Sheet1!$B$48:$B$67</c:f>
              <c:numCache>
                <c:formatCode>General</c:formatCode>
                <c:ptCount val="20"/>
                <c:pt idx="0">
                  <c:v>112.03567002072751</c:v>
                </c:pt>
                <c:pt idx="1">
                  <c:v>100.05783413281365</c:v>
                </c:pt>
                <c:pt idx="2">
                  <c:v>96.0652221743271</c:v>
                </c:pt>
                <c:pt idx="3">
                  <c:v>94.06891619819605</c:v>
                </c:pt>
                <c:pt idx="4">
                  <c:v>92.87112735086619</c:v>
                </c:pt>
                <c:pt idx="5">
                  <c:v>92.07261022828752</c:v>
                </c:pt>
                <c:pt idx="6">
                  <c:v>91.50222394317898</c:v>
                </c:pt>
                <c:pt idx="7">
                  <c:v>91.07445724955215</c:v>
                </c:pt>
                <c:pt idx="8">
                  <c:v>90.74172094055241</c:v>
                </c:pt>
                <c:pt idx="9">
                  <c:v>90.47554300114462</c:v>
                </c:pt>
                <c:pt idx="10">
                  <c:v>90.25776612261548</c:v>
                </c:pt>
                <c:pt idx="11">
                  <c:v>90.0763042832457</c:v>
                </c:pt>
                <c:pt idx="12">
                  <c:v>89.9227133111297</c:v>
                </c:pt>
                <c:pt idx="13">
                  <c:v>89.79110165403881</c:v>
                </c:pt>
                <c:pt idx="14">
                  <c:v>89.67700877323732</c:v>
                </c:pt>
                <c:pt idx="15">
                  <c:v>89.5772278125102</c:v>
                </c:pt>
                <c:pt idx="16">
                  <c:v>89.48911851849992</c:v>
                </c:pt>
                <c:pt idx="17">
                  <c:v>89.41083042388519</c:v>
                </c:pt>
                <c:pt idx="18">
                  <c:v>89.34081647481929</c:v>
                </c:pt>
                <c:pt idx="19">
                  <c:v>89.27775192489979</c:v>
                </c:pt>
              </c:numCache>
            </c:numRef>
          </c:yVal>
          <c:smooth val="0"/>
        </c:ser>
        <c:ser>
          <c:idx val="3"/>
          <c:order val="3"/>
          <c:tx>
            <c:strRef>
              <c:f>Sheet1!$B$69</c:f>
              <c:strCache>
                <c:ptCount val="1"/>
                <c:pt idx="0">
                  <c:v>hub tilt 10°</c:v>
                </c:pt>
              </c:strCache>
            </c:strRef>
          </c:tx>
          <c:spPr>
            <a:ln w="19050">
              <a:solidFill>
                <a:srgbClr val="5C6B75"/>
              </a:solidFill>
              <a:prstDash val="dash"/>
            </a:ln>
          </c:spPr>
          <c:marker>
            <c:symbol val="none"/>
          </c:marker>
          <c:xVal>
            <c:numRef>
              <c:f>Sheet1!$A$70:$A$89</c:f>
              <c:numCache>
                <c:formatCode>General</c:formatCode>
                <c:ptCount val="20"/>
                <c:pt idx="0">
                  <c:v>8.786055367215974</c:v>
                </c:pt>
                <c:pt idx="1">
                  <c:v>10.65907758064532</c:v>
                </c:pt>
                <c:pt idx="2">
                  <c:v>11.474454060483854</c:v>
                </c:pt>
                <c:pt idx="3">
                  <c:v>11.930780045987488</c:v>
                </c:pt>
                <c:pt idx="4">
                  <c:v>12.222423321334128</c:v>
                </c:pt>
                <c:pt idx="5">
                  <c:v>12.424899184309407</c:v>
                </c:pt>
                <c:pt idx="6">
                  <c:v>12.573664171227403</c:v>
                </c:pt>
                <c:pt idx="7">
                  <c:v>12.687626094798093</c:v>
                </c:pt>
                <c:pt idx="8">
                  <c:v>12.777659663346775</c:v>
                </c:pt>
                <c:pt idx="9">
                  <c:v>12.850665245014845</c:v>
                </c:pt>
                <c:pt idx="10">
                  <c:v>12.910895833265526</c:v>
                </c:pt>
                <c:pt idx="11">
                  <c:v>12.96169285309161</c:v>
                </c:pt>
                <c:pt idx="12">
                  <c:v>13.004784523529008</c:v>
                </c:pt>
                <c:pt idx="13">
                  <c:v>13.042013498089535</c:v>
                </c:pt>
                <c:pt idx="14">
                  <c:v>13.074498374847511</c:v>
                </c:pt>
                <c:pt idx="15">
                  <c:v>13.103203800355548</c:v>
                </c:pt>
                <c:pt idx="16">
                  <c:v>13.128304466374733</c:v>
                </c:pt>
                <c:pt idx="17">
                  <c:v>13.150738473053167</c:v>
                </c:pt>
                <c:pt idx="18">
                  <c:v>13.17132284348221</c:v>
                </c:pt>
                <c:pt idx="19">
                  <c:v>13.189161918973458</c:v>
                </c:pt>
              </c:numCache>
            </c:numRef>
          </c:xVal>
          <c:yVal>
            <c:numRef>
              <c:f>Sheet1!$B$70:$B$89</c:f>
              <c:numCache>
                <c:formatCode>General</c:formatCode>
                <c:ptCount val="20"/>
                <c:pt idx="0">
                  <c:v>135.80902426098294</c:v>
                </c:pt>
                <c:pt idx="1">
                  <c:v>111.94450280182932</c:v>
                </c:pt>
                <c:pt idx="2">
                  <c:v>103.98966120322201</c:v>
                </c:pt>
                <c:pt idx="3">
                  <c:v>100.01224042405862</c:v>
                </c:pt>
                <c:pt idx="4">
                  <c:v>97.62578984446968</c:v>
                </c:pt>
                <c:pt idx="5">
                  <c:v>96.03481968514143</c:v>
                </c:pt>
                <c:pt idx="6">
                  <c:v>94.89840376778065</c:v>
                </c:pt>
                <c:pt idx="7">
                  <c:v>94.04610935589014</c:v>
                </c:pt>
                <c:pt idx="8">
                  <c:v>93.38319409993427</c:v>
                </c:pt>
                <c:pt idx="9">
                  <c:v>92.85288538865325</c:v>
                </c:pt>
                <c:pt idx="10">
                  <c:v>92.41895071147474</c:v>
                </c:pt>
                <c:pt idx="11">
                  <c:v>92.05739910692824</c:v>
                </c:pt>
                <c:pt idx="12">
                  <c:v>91.75140700886428</c:v>
                </c:pt>
                <c:pt idx="13">
                  <c:v>91.48915068028877</c:v>
                </c:pt>
                <c:pt idx="14">
                  <c:v>91.26187530772364</c:v>
                </c:pt>
                <c:pt idx="15">
                  <c:v>91.06304406258192</c:v>
                </c:pt>
                <c:pt idx="16">
                  <c:v>90.88752736820169</c:v>
                </c:pt>
                <c:pt idx="17">
                  <c:v>90.73152570169808</c:v>
                </c:pt>
                <c:pt idx="18">
                  <c:v>90.59203568214265</c:v>
                </c:pt>
                <c:pt idx="19">
                  <c:v>90.46635069507188</c:v>
                </c:pt>
              </c:numCache>
            </c:numRef>
          </c:yVal>
          <c:smooth val="0"/>
        </c:ser>
        <c:ser>
          <c:idx val="4"/>
          <c:order val="4"/>
          <c:tx>
            <c:strRef>
              <c:f>Sheet1!$B$91</c:f>
              <c:strCache>
                <c:ptCount val="1"/>
                <c:pt idx="0">
                  <c:v>hub tilt 20°</c:v>
                </c:pt>
              </c:strCache>
            </c:strRef>
          </c:tx>
          <c:spPr>
            <a:ln w="19050">
              <a:solidFill>
                <a:srgbClr val="A8B4BA"/>
              </a:solidFill>
              <a:prstDash val="dash"/>
            </a:ln>
          </c:spPr>
          <c:marker>
            <c:symbol val="none"/>
          </c:marker>
          <c:xVal>
            <c:numRef>
              <c:f>Sheet1!$A$92:$A$109</c:f>
              <c:numCache>
                <c:formatCode>General</c:formatCode>
                <c:ptCount val="18"/>
                <c:pt idx="0">
                  <c:v>19.68073962359526</c:v>
                </c:pt>
                <c:pt idx="1">
                  <c:v>21.062505814914008</c:v>
                </c:pt>
                <c:pt idx="2">
                  <c:v>21.98874978659732</c:v>
                </c:pt>
                <c:pt idx="3">
                  <c:v>22.65286055017497</c:v>
                </c:pt>
                <c:pt idx="4">
                  <c:v>23.152334565461533</c:v>
                </c:pt>
                <c:pt idx="5">
                  <c:v>23.541745464242737</c:v>
                </c:pt>
                <c:pt idx="6">
                  <c:v>23.853587251748348</c:v>
                </c:pt>
                <c:pt idx="7">
                  <c:v>24.109079798928263</c:v>
                </c:pt>
                <c:pt idx="8">
                  <c:v>24.32236944947466</c:v>
                </c:pt>
                <c:pt idx="9">
                  <c:v>24.502819896434037</c:v>
                </c:pt>
                <c:pt idx="10">
                  <c:v>24.65796030824491</c:v>
                </c:pt>
                <c:pt idx="11">
                  <c:v>24.792189525279895</c:v>
                </c:pt>
                <c:pt idx="12">
                  <c:v>24.909917896134335</c:v>
                </c:pt>
                <c:pt idx="13">
                  <c:v>25.013223813777078</c:v>
                </c:pt>
                <c:pt idx="14">
                  <c:v>25.105939599401417</c:v>
                </c:pt>
                <c:pt idx="15">
                  <c:v>25.188601163829563</c:v>
                </c:pt>
                <c:pt idx="16">
                  <c:v>25.262714688817603</c:v>
                </c:pt>
                <c:pt idx="17">
                  <c:v>25.330029826126918</c:v>
                </c:pt>
              </c:numCache>
            </c:numRef>
          </c:xVal>
          <c:yVal>
            <c:numRef>
              <c:f>Sheet1!$B$92:$B$109</c:f>
              <c:numCache>
                <c:formatCode>General</c:formatCode>
                <c:ptCount val="18"/>
                <c:pt idx="0">
                  <c:v>119.41591328320885</c:v>
                </c:pt>
                <c:pt idx="1">
                  <c:v>111.58195596312879</c:v>
                </c:pt>
                <c:pt idx="2">
                  <c:v>106.88152970856285</c:v>
                </c:pt>
                <c:pt idx="3">
                  <c:v>103.74791343629315</c:v>
                </c:pt>
                <c:pt idx="4">
                  <c:v>101.50962779631918</c:v>
                </c:pt>
                <c:pt idx="5">
                  <c:v>99.8309772832436</c:v>
                </c:pt>
                <c:pt idx="6">
                  <c:v>98.52524700404958</c:v>
                </c:pt>
                <c:pt idx="7">
                  <c:v>97.48067775543785</c:v>
                </c:pt>
                <c:pt idx="8">
                  <c:v>96.62609283008176</c:v>
                </c:pt>
                <c:pt idx="9">
                  <c:v>95.91386739445605</c:v>
                </c:pt>
                <c:pt idx="10">
                  <c:v>95.31133247073647</c:v>
                </c:pt>
                <c:pt idx="11">
                  <c:v>94.79477124180694</c:v>
                </c:pt>
                <c:pt idx="12">
                  <c:v>94.34714574462173</c:v>
                </c:pt>
                <c:pt idx="13">
                  <c:v>93.95531319350677</c:v>
                </c:pt>
                <c:pt idx="14">
                  <c:v>93.6097924597831</c:v>
                </c:pt>
                <c:pt idx="15">
                  <c:v>93.30258111855827</c:v>
                </c:pt>
                <c:pt idx="16">
                  <c:v>93.02764384111812</c:v>
                </c:pt>
                <c:pt idx="17">
                  <c:v>92.78025315961743</c:v>
                </c:pt>
              </c:numCache>
            </c:numRef>
          </c:yVal>
          <c:smooth val="0"/>
        </c:ser>
        <c:axId val="-2128940872"/>
        <c:axId val="-2129643912"/>
      </c:scatterChart>
      <c:valAx>
        <c:axId val="-2128940872"/>
        <c:scaling>
          <c:orientation val="minMax"/>
          <c:max val="70.0"/>
          <c:min val="0.0"/>
        </c:scaling>
        <c:delete val="0"/>
        <c:axPos val="b"/>
        <c:majorGridlines>
          <c:spPr>
            <a:ln>
              <a:solidFill>
                <a:srgbClr val="E6ECEE"/>
              </a:solidFill>
            </a:ln>
          </c:spPr>
        </c:majorGridlines>
        <c:title>
          <c:tx>
            <c:rich>
              <a:bodyPr/>
              <a:lstStyle/>
              <a:p>
                <a:r>
                  <a:rPr sz="1200" b="0">
                    <a:solidFill>
                      <a:srgbClr val="2B3A44"/>
                    </a:solidFill>
                  </a:rPr>
                  <a:t>horizontal offset of the cluster's CG (mm)</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9643912"/>
        <c:crosses val="autoZero"/>
        <c:crossBetween val="midCat"/>
      </c:valAx>
      <c:valAx>
        <c:axId val="-2129643912"/>
        <c:scaling>
          <c:orientation val="minMax"/>
          <c:max val="145.0"/>
          <c:min val="85.0"/>
        </c:scaling>
        <c:delete val="0"/>
        <c:axPos val="l"/>
        <c:majorGridlines>
          <c:spPr>
            <a:ln>
              <a:solidFill>
                <a:srgbClr val="E6ECEE"/>
              </a:solidFill>
            </a:ln>
          </c:spPr>
        </c:majorGridlines>
        <c:title>
          <c:tx>
            <c:rich>
              <a:bodyPr/>
              <a:lstStyle/>
              <a:p>
                <a:r>
                  <a:rPr sz="1200" b="0">
                    <a:solidFill>
                      <a:srgbClr val="2B3A44"/>
                    </a:solidFill>
                  </a:rPr>
                  <a:t>total cluster mass (kg)</a:t>
                </a:r>
              </a:p>
            </c:rich>
          </c:tx>
          <c:layout/>
          <c:overlay val="0"/>
        </c:title>
        <c:numFmt formatCode="General" sourceLinked="1"/>
        <c:majorTickMark val="out"/>
        <c:minorTickMark val="none"/>
        <c:tickLblPos val="nextTo"/>
        <c:spPr>
          <a:ln>
            <a:solidFill>
              <a:srgbClr val="B9D6DC"/>
            </a:solidFill>
          </a:ln>
        </c:spPr>
        <c:txPr>
          <a:bodyPr/>
          <a:lstStyle/>
          <a:p>
            <a:pPr>
              <a:defRPr sz="1100">
                <a:solidFill>
                  <a:srgbClr val="5C6B75"/>
                </a:solidFill>
              </a:defRPr>
            </a:pPr>
          </a:p>
        </c:txPr>
        <c:crossAx val="-2128940872"/>
        <c:crosses val="autoZero"/>
        <c:crossBetween val="midCat"/>
      </c:valAx>
    </c:plotArea>
    <c:legend>
      <c:legendPos val="b"/>
      <c:layout/>
      <c:overlay val="0"/>
      <c:txPr>
        <a:bodyPr/>
        <a:lstStyle/>
        <a:p>
          <a:pPr>
            <a:defRPr sz="1100">
              <a:solidFill>
                <a:srgbClr val="2B3A44"/>
              </a:solidFill>
            </a:defRPr>
          </a:pPr>
        </a:p>
      </c:txPr>
    </c:legend>
    <c:plotVisOnly val="1"/>
    <c:dispBlanksAs val="gap"/>
    <c:showDLblsOverMax val="0"/>
  </c:chart>
  <c:txPr>
    <a:bodyPr/>
    <a:lstStyle/>
    <a:p>
      <a:pPr>
        <a:defRPr sz="1100">
          <a:solidFill>
            <a:srgbClr val="5C6B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one question: how much mass can sit on top of the 4-buoy cluster, and where, before its stability is compromised. Every number comes from the study's records; the drawings are to scale and come from the solved equilibria. The animations play in PowerPoint's slide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carry the story. A centred mass only sinks the cluster: 54.7 kg puts all four pins at the waterline. Off-centre, the hub rocks like a seesaw on buoys that stay upright; every 0.6 kg·m of mass times offset gives about 5 degrees of hub tilt, in any direction. The buoys never flop over on their gimbals. And every limit is reached at 30 to 85 degrees of hub tilt, so in practice an allowable tilt is the better operating limit.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is four OSU buoys hung from a small hub by gimbals at the spar tops, 0.717 m above the water. The gimbals leave roll and pitch free, so each buoy can stay vertical whatever the hub does. The study puts a point mass on the hub, in the pin plane, and moves it horizontally. The decisions: free-floating, calm water, the hub free to tilt, and the pins must stay dry.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FloatSim can't reach these limits on its own: its restoring is a constant matrix fixed at one draft, it is only valid to about 5.7 degrees, and its linear model never loads the joints with the hub's weight. So the buoy's hydrostatics were computed with Capytaine at every draft, the cluster was solved exactly at any tilt with those hydrostatics, and FloatSim's own static solve was used to check the small-angle range, where the two agree exactly.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one buoy feels as the hub pushes it down. Left: the extra buoyancy grows in a straight line, 194 newtons per metre, because the spar's cross-section is constant, until the spar top goes under at 0.717 m; that caps each buoy at about 139 newtons, 56.8 kg for the four including the hub. Right: why the buoy doesn't flop over on its gimbal. The pin load at the top tries to tip it (red), but the buoy's own restoring grows faster as it sinks (blue), because the new buoyancy is added near the waterline. The margin (green) never drops below 24 N·m/rad.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one: the mass in the centre. Nothing tilts; the four buoys share the load equally and the cluster sinks 12.6 mm per kilogram. The hub's own 2 kg already sinks it 25 mm. At 54.7 kg the spar tops, and the pins with them, reach the waterline. That is the centred limit: the cluster runs out of reserve buoyancy, it does not capsize.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two: the mass 0.2 m from the centre, towards one buoy. The hub rocks like a seesaw. The buoys stay vertical on their gimbals; the loaded buoy sinks, the far one barely moves, and only that difference in sinkage resists the tilt. That resistance is small, 67 N·m per radian, because the buoys are only 0.42 m from the centre. 3 kg already tilts the hub 5 degrees; at 27.8 kg the loaded pin reaches the water with the hub at 54 degrees.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one number describes the tilt. Every branch, at six offsets and in two directions, falls on one curve when plotted against mass times offset: the payload's moment is what tilts the hub, and the hub's resistance is the same in every direction because the square of buoys is symmetric. For small tilts the curve follows theta equals m g e over 67 N·m per radian (dashed); at larger tilts it bends because the lever arms shorten as the hub 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three: the mass 0.4 m out, between two buoys, near the edge of the cluster. Here the hub keeps tilting long before any pin reaches the water, and rolls onto its side: beyond about 85 degrees the payload is no longer on top. That happens at a mass times offset of about 6.8 kg·m in every direction. Before that, as the hub turns, the hanging buoys swing towards each other and may touch.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loadings animated, the mass rising from zero to the limit. They play in slide show (and in normal view in recent PowerPoint). Watch the centred cluster sink straight down, the seesaw tilt with the buoys hanging vertically, and the hub roll over when the mass is far 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envelope. Each solid line is the payload limit for one direction of the offset: pins awash at small offsets, the hub rolling over beyond about 0.3 m. Towards a buoy (red) is the worst direction, by up to 15 percent. The dashed lines are hub tilts of 5, 10 and 20 degrees: they lie far inside the limits, which is why a tilt limit is the practical operating envelope. The dotted line is where the buoys may touch, which comes before the limit at large offsets.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envelope expressed as the whole cluster's mass and centre of gravity, which is how a loading envelope is usually given. The cluster weighs 88 kg unloaded. Moving its overall centre of gravity just a few millimetres off-centre tilts the hub: about 7 mm for 5 degrees with a light payload. The limits need tens of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to trust it. The hydrostatics reproduce the recorded pitch stiffness of the buoy on the fine mesh. And FloatSim, solving its own model of the cluster with its joints, gives the same sinkage and the same tilt as the large-angle statics in the range where FloatSim is valid. The large-angle part rests on simple, exact geometry: vertical buoys of constant section.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take away. Keep the payload central: the cluster can then carry tens of kilograms. Off-centre, plan by hub tilt, not by the stability limit, which only comes at extreme tilts. The analysis is static and in calm water; waves, the mooring, a raised payload and the gimbals' real travel would all reduce the margins.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same exercise for the 2.4 m square platform. Its deck sits at 0.90 m, above the pins, so a mass on the deck tips the hubs as they tilt: the term that is zero for the cluster. The statics need that extension; the Capytaine draft table is reused as it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gif"/><Relationship Id="rId4" Type="http://schemas.openxmlformats.org/officeDocument/2006/relationships/image" Target="../media/image6.gif"/><Relationship Id="rId5" Type="http://schemas.openxmlformats.org/officeDocument/2006/relationships/image" Target="../media/image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2E"/>
        </a:solidFill>
        <a:effectLst/>
      </p:bgPr>
    </p:bg>
    <p:spTree>
      <p:nvGrpSpPr>
        <p:cNvPr id="1" name=""/>
        <p:cNvGrpSpPr/>
        <p:nvPr/>
      </p:nvGrpSpPr>
      <p:grpSpPr/>
      <p:sp>
        <p:nvSpPr>
          <p:cNvPr id="2" name="TextBox 1"/>
          <p:cNvSpPr txBox="1"/>
          <p:nvPr/>
        </p:nvSpPr>
        <p:spPr>
          <a:xfrm>
            <a:off x="731520" y="1463040"/>
            <a:ext cx="6766560" cy="457200"/>
          </a:xfrm>
          <a:prstGeom prst="rect">
            <a:avLst/>
          </a:prstGeom>
          <a:noFill/>
        </p:spPr>
        <p:txBody>
          <a:bodyPr wrap="square" anchor="t" lIns="0" rIns="0">
            <a:spAutoFit/>
          </a:bodyPr>
          <a:lstStyle/>
          <a:p>
            <a:pPr algn="l">
              <a:spcAft>
                <a:spcPts val="600"/>
              </a:spcAft>
            </a:pPr>
            <a:r>
              <a:rPr sz="1400" b="1" i="0">
                <a:solidFill>
                  <a:srgbClr val="B9D6DC"/>
                </a:solidFill>
                <a:latin typeface="Calibri"/>
              </a:rPr>
              <a:t>FLUME TEST ARTICLES · 4-BUOY CLUSTER</a:t>
            </a:r>
          </a:p>
        </p:txBody>
      </p:sp>
      <p:sp>
        <p:nvSpPr>
          <p:cNvPr id="3" name="TextBox 2"/>
          <p:cNvSpPr txBox="1"/>
          <p:nvPr/>
        </p:nvSpPr>
        <p:spPr>
          <a:xfrm>
            <a:off x="731520" y="1920240"/>
            <a:ext cx="6766560" cy="2011680"/>
          </a:xfrm>
          <a:prstGeom prst="rect">
            <a:avLst/>
          </a:prstGeom>
          <a:noFill/>
        </p:spPr>
        <p:txBody>
          <a:bodyPr wrap="square" anchor="t" lIns="0" rIns="0">
            <a:spAutoFit/>
          </a:bodyPr>
          <a:lstStyle/>
          <a:p>
            <a:pPr algn="l">
              <a:spcAft>
                <a:spcPts val="600"/>
              </a:spcAft>
            </a:pPr>
            <a:r>
              <a:rPr sz="4400" b="1" i="0">
                <a:solidFill>
                  <a:srgbClr val="FFFFFF"/>
                </a:solidFill>
                <a:latin typeface="Calibri"/>
              </a:rPr>
              <a:t>How much payload can the cluster carry?</a:t>
            </a:r>
          </a:p>
        </p:txBody>
      </p:sp>
      <p:sp>
        <p:nvSpPr>
          <p:cNvPr id="4" name="TextBox 3"/>
          <p:cNvSpPr txBox="1"/>
          <p:nvPr/>
        </p:nvSpPr>
        <p:spPr>
          <a:xfrm>
            <a:off x="731520" y="3977639"/>
            <a:ext cx="6583680" cy="1097280"/>
          </a:xfrm>
          <a:prstGeom prst="rect">
            <a:avLst/>
          </a:prstGeom>
          <a:noFill/>
        </p:spPr>
        <p:txBody>
          <a:bodyPr wrap="square" anchor="t" lIns="0" rIns="0">
            <a:spAutoFit/>
          </a:bodyPr>
          <a:lstStyle/>
          <a:p>
            <a:pPr algn="l">
              <a:spcAft>
                <a:spcPts val="600"/>
              </a:spcAft>
            </a:pPr>
            <a:r>
              <a:rPr sz="2000" b="0" i="0">
                <a:solidFill>
                  <a:srgbClr val="B9D6DC"/>
                </a:solidFill>
                <a:latin typeface="Calibri"/>
              </a:rPr>
              <a:t>A mass on the hub, moved around: the stability envelope and the physics behind it</a:t>
            </a:r>
          </a:p>
        </p:txBody>
      </p:sp>
      <p:sp>
        <p:nvSpPr>
          <p:cNvPr id="5" name="TextBox 4"/>
          <p:cNvSpPr txBox="1"/>
          <p:nvPr/>
        </p:nvSpPr>
        <p:spPr>
          <a:xfrm>
            <a:off x="731520" y="5943600"/>
            <a:ext cx="6583680" cy="365760"/>
          </a:xfrm>
          <a:prstGeom prst="rect">
            <a:avLst/>
          </a:prstGeom>
          <a:noFill/>
        </p:spPr>
        <p:txBody>
          <a:bodyPr wrap="square" anchor="t" lIns="0" rIns="0">
            <a:spAutoFit/>
          </a:bodyPr>
          <a:lstStyle/>
          <a:p>
            <a:pPr algn="l">
              <a:spcAft>
                <a:spcPts val="600"/>
              </a:spcAft>
            </a:pPr>
            <a:r>
              <a:rPr sz="1200" b="0" i="0">
                <a:solidFill>
                  <a:srgbClr val="B9D6DC"/>
                </a:solidFill>
                <a:latin typeface="Calibri"/>
              </a:rPr>
              <a:t>Payload-stability study · 2026-10-14 · Capytaine hydrostatics, large-angle statics, FloatSim cross-check</a:t>
            </a:r>
          </a:p>
        </p:txBody>
      </p:sp>
      <p:sp>
        <p:nvSpPr>
          <p:cNvPr id="6" name="Rounded Rectangle 5"/>
          <p:cNvSpPr/>
          <p:nvPr/>
        </p:nvSpPr>
        <p:spPr>
          <a:xfrm>
            <a:off x="7589520" y="548640"/>
            <a:ext cx="4114800" cy="5760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ketch_cluster.png"/>
          <p:cNvPicPr>
            <a:picLocks noChangeAspect="1"/>
          </p:cNvPicPr>
          <p:nvPr/>
        </p:nvPicPr>
        <p:blipFill>
          <a:blip r:embed="rId3"/>
          <a:stretch>
            <a:fillRect/>
          </a:stretch>
        </p:blipFill>
        <p:spPr>
          <a:xfrm>
            <a:off x="7726679" y="844541"/>
            <a:ext cx="3840480" cy="516891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bottom line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on the hub, free-floating in calm water, hub free to tilt, pins kept dry</a:t>
            </a:r>
          </a:p>
        </p:txBody>
      </p:sp>
      <p:sp>
        <p:nvSpPr>
          <p:cNvPr id="4" name="Rounded Rectangle 3"/>
          <p:cNvSpPr/>
          <p:nvPr/>
        </p:nvSpPr>
        <p:spPr>
          <a:xfrm>
            <a:off x="54864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19456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54.7 kg</a:t>
            </a:r>
          </a:p>
        </p:txBody>
      </p:sp>
      <p:sp>
        <p:nvSpPr>
          <p:cNvPr id="6" name="TextBox 5"/>
          <p:cNvSpPr txBox="1"/>
          <p:nvPr/>
        </p:nvSpPr>
        <p:spPr>
          <a:xfrm>
            <a:off x="77724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centred mass until all four pins reach the waterline: the cluster only sinks</a:t>
            </a:r>
          </a:p>
        </p:txBody>
      </p:sp>
      <p:sp>
        <p:nvSpPr>
          <p:cNvPr id="7" name="Rounded Rectangle 6"/>
          <p:cNvSpPr/>
          <p:nvPr/>
        </p:nvSpPr>
        <p:spPr>
          <a:xfrm>
            <a:off x="338328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74519"/>
            <a:ext cx="219456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0.6 kg·m</a:t>
            </a:r>
          </a:p>
        </p:txBody>
      </p:sp>
      <p:sp>
        <p:nvSpPr>
          <p:cNvPr id="9" name="TextBox 8"/>
          <p:cNvSpPr txBox="1"/>
          <p:nvPr/>
        </p:nvSpPr>
        <p:spPr>
          <a:xfrm>
            <a:off x="361188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mass × offset that tilts the hub 5°, in every direction: the hub is a seesaw</a:t>
            </a:r>
          </a:p>
        </p:txBody>
      </p:sp>
      <p:sp>
        <p:nvSpPr>
          <p:cNvPr id="10" name="Rounded Rectangle 9"/>
          <p:cNvSpPr/>
          <p:nvPr/>
        </p:nvSpPr>
        <p:spPr>
          <a:xfrm>
            <a:off x="6217920" y="1737360"/>
            <a:ext cx="265176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74519"/>
            <a:ext cx="219456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Never</a:t>
            </a:r>
          </a:p>
        </p:txBody>
      </p:sp>
      <p:sp>
        <p:nvSpPr>
          <p:cNvPr id="12" name="TextBox 11"/>
          <p:cNvSpPr txBox="1"/>
          <p:nvPr/>
        </p:nvSpPr>
        <p:spPr>
          <a:xfrm>
            <a:off x="6446520" y="2542032"/>
            <a:ext cx="219456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do the buoys flop on their gimbals: margin ≥ 24 N·m/rad at every load</a:t>
            </a:r>
          </a:p>
        </p:txBody>
      </p:sp>
      <p:sp>
        <p:nvSpPr>
          <p:cNvPr id="13" name="Rounded Rectangle 12"/>
          <p:cNvSpPr/>
          <p:nvPr/>
        </p:nvSpPr>
        <p:spPr>
          <a:xfrm>
            <a:off x="9052560" y="1737360"/>
            <a:ext cx="2606040" cy="15087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874519"/>
            <a:ext cx="214884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30–85°</a:t>
            </a:r>
          </a:p>
        </p:txBody>
      </p:sp>
      <p:sp>
        <p:nvSpPr>
          <p:cNvPr id="15" name="TextBox 14"/>
          <p:cNvSpPr txBox="1"/>
          <p:nvPr/>
        </p:nvSpPr>
        <p:spPr>
          <a:xfrm>
            <a:off x="9281160" y="2542032"/>
            <a:ext cx="2148840" cy="640080"/>
          </a:xfrm>
          <a:prstGeom prst="rect">
            <a:avLst/>
          </a:prstGeom>
          <a:noFill/>
        </p:spPr>
        <p:txBody>
          <a:bodyPr wrap="square" anchor="t" lIns="0" rIns="0">
            <a:spAutoFit/>
          </a:bodyPr>
          <a:lstStyle/>
          <a:p>
            <a:pPr algn="l">
              <a:spcAft>
                <a:spcPts val="600"/>
              </a:spcAft>
            </a:pPr>
            <a:r>
              <a:rPr sz="1300" b="0" i="0">
                <a:solidFill>
                  <a:srgbClr val="2B3A44"/>
                </a:solidFill>
                <a:latin typeface="Calibri"/>
              </a:rPr>
              <a:t>of hub tilt when an off-centre limit is reached: use a tilt limit to operate</a:t>
            </a:r>
          </a:p>
        </p:txBody>
      </p:sp>
      <p:sp>
        <p:nvSpPr>
          <p:cNvPr id="16" name="TextBox 15"/>
          <p:cNvSpPr txBox="1"/>
          <p:nvPr/>
        </p:nvSpPr>
        <p:spPr>
          <a:xfrm>
            <a:off x="548640" y="3657600"/>
            <a:ext cx="1106424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What limits the cluster</a:t>
            </a:r>
          </a:p>
        </p:txBody>
      </p:sp>
      <p:sp>
        <p:nvSpPr>
          <p:cNvPr id="17" name="TextBox 16"/>
          <p:cNvSpPr txBox="1"/>
          <p:nvPr/>
        </p:nvSpPr>
        <p:spPr>
          <a:xfrm>
            <a:off x="548640" y="4160520"/>
            <a:ext cx="11064240" cy="2194560"/>
          </a:xfrm>
          <a:prstGeom prst="rect">
            <a:avLst/>
          </a:prstGeom>
          <a:noFill/>
        </p:spPr>
        <p:txBody>
          <a:bodyPr wrap="square" anchor="t" lIns="0" rIns="0">
            <a:spAutoFit/>
          </a:bodyPr>
          <a:lstStyle/>
          <a:p>
            <a:pPr algn="l">
              <a:spcAft>
                <a:spcPts val="800"/>
              </a:spcAft>
            </a:pPr>
            <a:r>
              <a:rPr sz="1700" b="1" i="0">
                <a:solidFill>
                  <a:srgbClr val="2B3A44"/>
                </a:solidFill>
                <a:latin typeface="Calibri"/>
              </a:rPr>
              <a:t>Centred: </a:t>
            </a:r>
            <a:r>
              <a:rPr sz="1700" b="0" i="0">
                <a:solidFill>
                  <a:srgbClr val="2B3A44"/>
                </a:solidFill>
                <a:latin typeface="Calibri"/>
              </a:rPr>
              <a:t>reserve buoyancy. </a:t>
            </a:r>
            <a:r>
              <a:rPr sz="1700" b="0" i="0">
                <a:solidFill>
                  <a:srgbClr val="2B3A44"/>
                </a:solidFill>
                <a:latin typeface="Calibri"/>
              </a:rPr>
              <a:t>Each kg sinks it 12.6 mm; at 54.7 kg the spar tops and pins are awash.</a:t>
            </a:r>
          </a:p>
          <a:p>
            <a:pPr algn="l">
              <a:spcAft>
                <a:spcPts val="800"/>
              </a:spcAft>
            </a:pPr>
            <a:r>
              <a:rPr sz="1700" b="1" i="0">
                <a:solidFill>
                  <a:srgbClr val="2B3A44"/>
                </a:solidFill>
                <a:latin typeface="Calibri"/>
              </a:rPr>
              <a:t>Off-centre, up to ~0.3 m: </a:t>
            </a:r>
            <a:r>
              <a:rPr sz="1700" b="0" i="0">
                <a:solidFill>
                  <a:srgbClr val="2B3A44"/>
                </a:solidFill>
                <a:latin typeface="Calibri"/>
              </a:rPr>
              <a:t>the first pin goes awash, e.g. </a:t>
            </a:r>
            <a:r>
              <a:rPr sz="1700" b="0" i="0">
                <a:solidFill>
                  <a:srgbClr val="2B3A44"/>
                </a:solidFill>
                <a:latin typeface="Calibri"/>
              </a:rPr>
              <a:t>36.9 kg at 0.1 m or 27.8 kg at 0.2 m towards a buoy.</a:t>
            </a:r>
          </a:p>
          <a:p>
            <a:pPr algn="l">
              <a:spcAft>
                <a:spcPts val="800"/>
              </a:spcAft>
            </a:pPr>
            <a:r>
              <a:rPr sz="1700" b="1" i="0">
                <a:solidFill>
                  <a:srgbClr val="2B3A44"/>
                </a:solidFill>
                <a:latin typeface="Calibri"/>
              </a:rPr>
              <a:t>Off-centre, beyond ~0.3 m: </a:t>
            </a:r>
            <a:r>
              <a:rPr sz="1700" b="0" i="0">
                <a:solidFill>
                  <a:srgbClr val="2B3A44"/>
                </a:solidFill>
                <a:latin typeface="Calibri"/>
              </a:rPr>
              <a:t>the hub rolls onto its side at mass × offset ≈ 6.8 kg·m; buoys may touch first.</a:t>
            </a:r>
          </a:p>
          <a:p>
            <a:pPr algn="l">
              <a:spcAft>
                <a:spcPts val="800"/>
              </a:spcAft>
            </a:pPr>
            <a:r>
              <a:rPr sz="1700" b="1" i="0">
                <a:solidFill>
                  <a:srgbClr val="0C8B96"/>
                </a:solidFill>
                <a:latin typeface="Calibri"/>
              </a:rPr>
              <a:t>For operation: </a:t>
            </a:r>
            <a:r>
              <a:rPr sz="1700" b="0" i="0">
                <a:solidFill>
                  <a:srgbClr val="0C8B96"/>
                </a:solidFill>
                <a:latin typeface="Calibri"/>
              </a:rPr>
              <a:t>≤ 10° of hub tilt ↔ mass × offset ≤ 1.2 kg·m.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cluster and the question</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Four buoys hung from a hub on gimbals; a mass on the hub, moved parallel to the waterline</a:t>
            </a:r>
          </a:p>
        </p:txBody>
      </p:sp>
      <p:pic>
        <p:nvPicPr>
          <p:cNvPr id="4" name="Picture 3" descr="sketch_cluster.png"/>
          <p:cNvPicPr>
            <a:picLocks noChangeAspect="1"/>
          </p:cNvPicPr>
          <p:nvPr/>
        </p:nvPicPr>
        <p:blipFill>
          <a:blip r:embed="rId3"/>
          <a:stretch>
            <a:fillRect/>
          </a:stretch>
        </p:blipFill>
        <p:spPr>
          <a:xfrm>
            <a:off x="1389534" y="1463040"/>
            <a:ext cx="3804610" cy="5120639"/>
          </a:xfrm>
          <a:prstGeom prst="rect">
            <a:avLst/>
          </a:prstGeom>
        </p:spPr>
      </p:pic>
      <p:sp>
        <p:nvSpPr>
          <p:cNvPr id="5" name="TextBox 4"/>
          <p:cNvSpPr txBox="1"/>
          <p:nvPr/>
        </p:nvSpPr>
        <p:spPr>
          <a:xfrm>
            <a:off x="6400800" y="1600200"/>
            <a:ext cx="530352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The question</a:t>
            </a:r>
          </a:p>
        </p:txBody>
      </p:sp>
      <p:sp>
        <p:nvSpPr>
          <p:cNvPr id="6" name="TextBox 5"/>
          <p:cNvSpPr txBox="1"/>
          <p:nvPr/>
        </p:nvSpPr>
        <p:spPr>
          <a:xfrm>
            <a:off x="6400800" y="2057400"/>
            <a:ext cx="5303520" cy="1097280"/>
          </a:xfrm>
          <a:prstGeom prst="rect">
            <a:avLst/>
          </a:prstGeom>
          <a:noFill/>
        </p:spPr>
        <p:txBody>
          <a:bodyPr wrap="square" anchor="t" lIns="0" rIns="0">
            <a:spAutoFit/>
          </a:bodyPr>
          <a:lstStyle/>
          <a:p>
            <a:pPr algn="l">
              <a:spcAft>
                <a:spcPts val="600"/>
              </a:spcAft>
            </a:pPr>
            <a:r>
              <a:rPr sz="1600" b="0" i="0">
                <a:solidFill>
                  <a:srgbClr val="2B3A44"/>
                </a:solidFill>
                <a:latin typeface="Calibri"/>
              </a:rPr>
              <a:t>How much mass can sit on the hub, and how far from the centre, before stability is compromised? Then: an envelope of mass and centre of gravity.</a:t>
            </a:r>
          </a:p>
        </p:txBody>
      </p:sp>
      <p:sp>
        <p:nvSpPr>
          <p:cNvPr id="7" name="TextBox 6"/>
          <p:cNvSpPr txBox="1"/>
          <p:nvPr/>
        </p:nvSpPr>
        <p:spPr>
          <a:xfrm>
            <a:off x="6400800" y="3291840"/>
            <a:ext cx="530352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The set-up</a:t>
            </a:r>
          </a:p>
        </p:txBody>
      </p:sp>
      <p:sp>
        <p:nvSpPr>
          <p:cNvPr id="8" name="TextBox 7"/>
          <p:cNvSpPr txBox="1"/>
          <p:nvPr/>
        </p:nvSpPr>
        <p:spPr>
          <a:xfrm>
            <a:off x="6400800" y="3749039"/>
            <a:ext cx="5303520" cy="2743200"/>
          </a:xfrm>
          <a:prstGeom prst="rect">
            <a:avLst/>
          </a:prstGeom>
          <a:noFill/>
        </p:spPr>
        <p:txBody>
          <a:bodyPr wrap="square" anchor="t" lIns="0" rIns="0">
            <a:spAutoFit/>
          </a:bodyPr>
          <a:lstStyle/>
          <a:p>
            <a:pPr algn="l">
              <a:spcAft>
                <a:spcPts val="700"/>
              </a:spcAft>
            </a:pPr>
            <a:r>
              <a:rPr sz="1500" b="1" i="0">
                <a:solidFill>
                  <a:srgbClr val="2B3A44"/>
                </a:solidFill>
                <a:latin typeface="Calibri"/>
              </a:rPr>
              <a:t>Mass: </a:t>
            </a:r>
            <a:r>
              <a:rPr sz="1500" b="0" i="0">
                <a:solidFill>
                  <a:srgbClr val="2B3A44"/>
                </a:solidFill>
                <a:latin typeface="Calibri"/>
              </a:rPr>
              <a:t>a point mass on the hub, in the pin plane (+0.717 m), moved horizontally up to 0.5 m.</a:t>
            </a:r>
          </a:p>
          <a:p>
            <a:pPr algn="l">
              <a:spcAft>
                <a:spcPts val="700"/>
              </a:spcAft>
            </a:pPr>
            <a:r>
              <a:rPr sz="1500" b="1" i="0">
                <a:solidFill>
                  <a:srgbClr val="2B3A44"/>
                </a:solidFill>
                <a:latin typeface="Calibri"/>
              </a:rPr>
              <a:t>Water: </a:t>
            </a:r>
            <a:r>
              <a:rPr sz="1500" b="0" i="0">
                <a:solidFill>
                  <a:srgbClr val="2B3A44"/>
                </a:solidFill>
                <a:latin typeface="Calibri"/>
              </a:rPr>
              <a:t>calm; the cluster free-floating (no mooring).</a:t>
            </a:r>
          </a:p>
          <a:p>
            <a:pPr algn="l">
              <a:spcAft>
                <a:spcPts val="700"/>
              </a:spcAft>
            </a:pPr>
            <a:r>
              <a:rPr sz="1500" b="1" i="0">
                <a:solidFill>
                  <a:srgbClr val="2B3A44"/>
                </a:solidFill>
                <a:latin typeface="Calibri"/>
              </a:rPr>
              <a:t>Hub: </a:t>
            </a:r>
            <a:r>
              <a:rPr sz="1500" b="0" i="0">
                <a:solidFill>
                  <a:srgbClr val="2B3A44"/>
                </a:solidFill>
                <a:latin typeface="Calibri"/>
              </a:rPr>
              <a:t>free to tilt on the gimbals, with no mechanical stop.</a:t>
            </a:r>
          </a:p>
          <a:p>
            <a:pPr algn="l">
              <a:spcAft>
                <a:spcPts val="700"/>
              </a:spcAft>
            </a:pPr>
            <a:r>
              <a:rPr sz="1500" b="1" i="0">
                <a:solidFill>
                  <a:srgbClr val="2B3A44"/>
                </a:solidFill>
                <a:latin typeface="Calibri"/>
              </a:rPr>
              <a:t>Limit: </a:t>
            </a:r>
            <a:r>
              <a:rPr sz="1500" b="0" i="0">
                <a:solidFill>
                  <a:srgbClr val="2B3A44"/>
                </a:solidFill>
                <a:latin typeface="Calibri"/>
              </a:rPr>
              <a:t>loss of restoring, or a pin reaching the water.</a:t>
            </a:r>
          </a:p>
          <a:p>
            <a:pPr algn="l">
              <a:spcAft>
                <a:spcPts val="700"/>
              </a:spcAft>
            </a:pPr>
            <a:r>
              <a:rPr sz="1500" b="1" i="0">
                <a:solidFill>
                  <a:srgbClr val="2B3A44"/>
                </a:solidFill>
                <a:latin typeface="Calibri"/>
              </a:rPr>
              <a:t>Cluster: </a:t>
            </a:r>
            <a:r>
              <a:rPr sz="1500" b="0" i="0">
                <a:solidFill>
                  <a:srgbClr val="2B3A44"/>
                </a:solidFill>
                <a:latin typeface="Calibri"/>
              </a:rPr>
              <a:t>88.1 kg unloaded: 4 × 21.52 kg buoys + 2 kg hub.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How it was computed</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FloatSim's restoring is fixed at one draft and valid to ~5.7°: the limits lie far beyond both</a:t>
            </a:r>
          </a:p>
        </p:txBody>
      </p:sp>
      <p:sp>
        <p:nvSpPr>
          <p:cNvPr id="4" name="Rounded Rectangle 3"/>
          <p:cNvSpPr/>
          <p:nvPr/>
        </p:nvSpPr>
        <p:spPr>
          <a:xfrm>
            <a:off x="548640" y="1828800"/>
            <a:ext cx="3383280" cy="2514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2926080" cy="502920"/>
          </a:xfrm>
          <a:prstGeom prst="rect">
            <a:avLst/>
          </a:prstGeom>
          <a:noFill/>
        </p:spPr>
        <p:txBody>
          <a:bodyPr wrap="square" anchor="t" lIns="0" rIns="0">
            <a:spAutoFit/>
          </a:bodyPr>
          <a:lstStyle/>
          <a:p>
            <a:pPr algn="l">
              <a:spcAft>
                <a:spcPts val="600"/>
              </a:spcAft>
            </a:pPr>
            <a:r>
              <a:rPr sz="1800" b="1" i="0">
                <a:solidFill>
                  <a:srgbClr val="0C8B96"/>
                </a:solidFill>
                <a:latin typeface="Calibri"/>
              </a:rPr>
              <a:t>1  Capytaine at every draft</a:t>
            </a:r>
          </a:p>
        </p:txBody>
      </p:sp>
      <p:sp>
        <p:nvSpPr>
          <p:cNvPr id="6" name="TextBox 5"/>
          <p:cNvSpPr txBox="1"/>
          <p:nvPr/>
        </p:nvSpPr>
        <p:spPr>
          <a:xfrm>
            <a:off x="777240" y="2606040"/>
            <a:ext cx="2926080" cy="2286000"/>
          </a:xfrm>
          <a:prstGeom prst="rect">
            <a:avLst/>
          </a:prstGeom>
          <a:noFill/>
        </p:spPr>
        <p:txBody>
          <a:bodyPr wrap="square" anchor="t" lIns="0" rIns="0">
            <a:spAutoFit/>
          </a:bodyPr>
          <a:lstStyle/>
          <a:p>
            <a:pPr algn="l">
              <a:spcAft>
                <a:spcPts val="600"/>
              </a:spcAft>
            </a:pPr>
            <a:r>
              <a:rPr sz="1400" b="0" i="0">
                <a:solidFill>
                  <a:srgbClr val="2B3A44"/>
                </a:solidFill>
                <a:latin typeface="Calibri"/>
              </a:rPr>
              <a:t>The buoy re-meshed sunk −0.95 … +0.72 m: buoyancy, pin load and tilt stiffness at each draft (36 panels round; 96 reproduces the record's 74.08 N·m/rad).</a:t>
            </a:r>
          </a:p>
        </p:txBody>
      </p:sp>
      <p:sp>
        <p:nvSpPr>
          <p:cNvPr id="7" name="Right Arrow 6"/>
          <p:cNvSpPr/>
          <p:nvPr/>
        </p:nvSpPr>
        <p:spPr>
          <a:xfrm>
            <a:off x="3977639" y="2926080"/>
            <a:ext cx="411480" cy="292608"/>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1828800"/>
            <a:ext cx="3383280" cy="2514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11680"/>
            <a:ext cx="2926080" cy="502920"/>
          </a:xfrm>
          <a:prstGeom prst="rect">
            <a:avLst/>
          </a:prstGeom>
          <a:noFill/>
        </p:spPr>
        <p:txBody>
          <a:bodyPr wrap="square" anchor="t" lIns="0" rIns="0">
            <a:spAutoFit/>
          </a:bodyPr>
          <a:lstStyle/>
          <a:p>
            <a:pPr algn="l">
              <a:spcAft>
                <a:spcPts val="600"/>
              </a:spcAft>
            </a:pPr>
            <a:r>
              <a:rPr sz="1800" b="1" i="0">
                <a:solidFill>
                  <a:srgbClr val="C9772B"/>
                </a:solidFill>
                <a:latin typeface="Calibri"/>
              </a:rPr>
              <a:t>2  Large-angle statics</a:t>
            </a:r>
          </a:p>
        </p:txBody>
      </p:sp>
      <p:sp>
        <p:nvSpPr>
          <p:cNvPr id="10" name="TextBox 9"/>
          <p:cNvSpPr txBox="1"/>
          <p:nvPr/>
        </p:nvSpPr>
        <p:spPr>
          <a:xfrm>
            <a:off x="4617720" y="2606040"/>
            <a:ext cx="2926080" cy="2286000"/>
          </a:xfrm>
          <a:prstGeom prst="rect">
            <a:avLst/>
          </a:prstGeom>
          <a:noFill/>
        </p:spPr>
        <p:txBody>
          <a:bodyPr wrap="square" anchor="t" lIns="0" rIns="0">
            <a:spAutoFit/>
          </a:bodyPr>
          <a:lstStyle/>
          <a:p>
            <a:pPr algn="l">
              <a:spcAft>
                <a:spcPts val="600"/>
              </a:spcAft>
            </a:pPr>
            <a:r>
              <a:rPr sz="1400" b="0" i="0">
                <a:solidFill>
                  <a:srgbClr val="2B3A44"/>
                </a:solidFill>
                <a:latin typeface="Calibri"/>
              </a:rPr>
              <a:t>Rigid hub on four buoys that hang vertically from their pins. The equilibrium at any tilt minimises the potential energy; its stiffness and each buoy's gimbal margin decide stability.</a:t>
            </a:r>
          </a:p>
        </p:txBody>
      </p:sp>
      <p:sp>
        <p:nvSpPr>
          <p:cNvPr id="11" name="Right Arrow 10"/>
          <p:cNvSpPr/>
          <p:nvPr/>
        </p:nvSpPr>
        <p:spPr>
          <a:xfrm>
            <a:off x="7818120" y="2926080"/>
            <a:ext cx="411480" cy="292608"/>
          </a:xfrm>
          <a:prstGeom prst="rightArrow">
            <a:avLst/>
          </a:prstGeom>
          <a:solidFill>
            <a:srgbClr val="0C8B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0" y="1828800"/>
            <a:ext cx="3383280" cy="2514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011680"/>
            <a:ext cx="2926080" cy="502920"/>
          </a:xfrm>
          <a:prstGeom prst="rect">
            <a:avLst/>
          </a:prstGeom>
          <a:noFill/>
        </p:spPr>
        <p:txBody>
          <a:bodyPr wrap="square" anchor="t" lIns="0" rIns="0">
            <a:spAutoFit/>
          </a:bodyPr>
          <a:lstStyle/>
          <a:p>
            <a:pPr algn="l">
              <a:spcAft>
                <a:spcPts val="600"/>
              </a:spcAft>
            </a:pPr>
            <a:r>
              <a:rPr sz="1800" b="1" i="0">
                <a:solidFill>
                  <a:srgbClr val="5A8A2B"/>
                </a:solidFill>
                <a:latin typeface="Calibri"/>
              </a:rPr>
              <a:t>3  FloatSim cross-check</a:t>
            </a:r>
          </a:p>
        </p:txBody>
      </p:sp>
      <p:sp>
        <p:nvSpPr>
          <p:cNvPr id="14" name="TextBox 13"/>
          <p:cNvSpPr txBox="1"/>
          <p:nvPr/>
        </p:nvSpPr>
        <p:spPr>
          <a:xfrm>
            <a:off x="8458200" y="2606040"/>
            <a:ext cx="2926080" cy="2286000"/>
          </a:xfrm>
          <a:prstGeom prst="rect">
            <a:avLst/>
          </a:prstGeom>
          <a:noFill/>
        </p:spPr>
        <p:txBody>
          <a:bodyPr wrap="square" anchor="t" lIns="0" rIns="0">
            <a:spAutoFit/>
          </a:bodyPr>
          <a:lstStyle/>
          <a:p>
            <a:pPr algn="l">
              <a:spcAft>
                <a:spcPts val="600"/>
              </a:spcAft>
            </a:pPr>
            <a:r>
              <a:rPr sz="1400" b="0" i="0">
                <a:solidFill>
                  <a:srgbClr val="2B3A44"/>
                </a:solidFill>
                <a:latin typeface="Calibri"/>
              </a:rPr>
              <a:t>FloatSim's own cluster model, solved statically with its joints, against the statics at small tilt: identical sinkage, tilt within 0.002°.</a:t>
            </a:r>
          </a:p>
        </p:txBody>
      </p:sp>
      <p:sp>
        <p:nvSpPr>
          <p:cNvPr id="15" name="TextBox 14"/>
          <p:cNvSpPr txBox="1"/>
          <p:nvPr/>
        </p:nvSpPr>
        <p:spPr>
          <a:xfrm>
            <a:off x="548640" y="4754880"/>
            <a:ext cx="11064240" cy="1097280"/>
          </a:xfrm>
          <a:prstGeom prst="rect">
            <a:avLst/>
          </a:prstGeom>
          <a:noFill/>
        </p:spPr>
        <p:txBody>
          <a:bodyPr wrap="square" anchor="t" lIns="0" rIns="0">
            <a:spAutoFit/>
          </a:bodyPr>
          <a:lstStyle/>
          <a:p>
            <a:pPr algn="l">
              <a:spcAft>
                <a:spcPts val="600"/>
              </a:spcAft>
            </a:pPr>
            <a:r>
              <a:rPr sz="1400" b="1" i="0">
                <a:solidFill>
                  <a:srgbClr val="5C6B75"/>
                </a:solidFill>
                <a:latin typeface="Calibri"/>
              </a:rPr>
              <a:t>Why not FloatSim alone: </a:t>
            </a:r>
            <a:r>
              <a:rPr sz="1400" b="0" i="0">
                <a:solidFill>
                  <a:srgbClr val="5C6B75"/>
                </a:solidFill>
                <a:latin typeface="Calibri"/>
              </a:rPr>
              <a:t>its restoring does not change as the cluster sinks (Level 2 is not wired), its kinematics are small-angle, and its linear model has no weight to load the joints. An approved exception to the 'use FloatSim' rule, with FloatSim checking the small-angle range.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What one buoy feels as it sinks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pin load grows linearly; the buoy's own restoring outgrows the tipping effect of that load</a:t>
            </a:r>
          </a:p>
        </p:txBody>
      </p:sp>
      <p:graphicFrame>
        <p:nvGraphicFramePr>
          <p:cNvPr id="4" name="Chart 3"/>
          <p:cNvGraphicFramePr>
            <a:graphicFrameLocks noGrp="1"/>
          </p:cNvGraphicFramePr>
          <p:nvPr/>
        </p:nvGraphicFramePr>
        <p:xfrm>
          <a:off x="457200" y="1463040"/>
          <a:ext cx="5577840" cy="420624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217920" y="1463040"/>
          <a:ext cx="5577840" cy="4206240"/>
        </p:xfrm>
        <a:graphic>
          <a:graphicData uri="http://schemas.openxmlformats.org/drawingml/2006/chart">
            <c:chart xmlns:c="http://schemas.openxmlformats.org/drawingml/2006/chart" r:id="rId4"/>
          </a:graphicData>
        </a:graphic>
      </p:graphicFrame>
      <p:sp>
        <p:nvSpPr>
          <p:cNvPr id="6" name="TextBox 5"/>
          <p:cNvSpPr txBox="1"/>
          <p:nvPr/>
        </p:nvSpPr>
        <p:spPr>
          <a:xfrm>
            <a:off x="548640" y="5806440"/>
            <a:ext cx="11064240" cy="822960"/>
          </a:xfrm>
          <a:prstGeom prst="rect">
            <a:avLst/>
          </a:prstGeom>
          <a:noFill/>
        </p:spPr>
        <p:txBody>
          <a:bodyPr wrap="square" anchor="t" lIns="0" rIns="0">
            <a:spAutoFit/>
          </a:bodyPr>
          <a:lstStyle/>
          <a:p>
            <a:pPr algn="l">
              <a:spcAft>
                <a:spcPts val="600"/>
              </a:spcAft>
            </a:pPr>
            <a:r>
              <a:rPr sz="1400" b="1" i="0">
                <a:solidFill>
                  <a:srgbClr val="2B3A44"/>
                </a:solidFill>
                <a:latin typeface="Calibri"/>
              </a:rPr>
              <a:t>Reserve: 139 N per buoy before its pin is awash → 54.7 kg on the hub. </a:t>
            </a:r>
            <a:r>
              <a:rPr sz="1400" b="0" i="0">
                <a:solidFill>
                  <a:srgbClr val="2B3A44"/>
                </a:solidFill>
                <a:latin typeface="Calibri"/>
              </a:rPr>
              <a:t>The net gimbal margin never drops below 24 N·m/rad: the buoys stay upright at every load.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A centred mass only sinks the cluster</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All four buoys share the load; nothing tilts</a:t>
            </a:r>
          </a:p>
        </p:txBody>
      </p:sp>
      <p:pic>
        <p:nvPicPr>
          <p:cNvPr id="4" name="Picture 3" descr="seq_centred.png"/>
          <p:cNvPicPr>
            <a:picLocks noChangeAspect="1"/>
          </p:cNvPicPr>
          <p:nvPr/>
        </p:nvPicPr>
        <p:blipFill>
          <a:blip r:embed="rId3"/>
          <a:stretch>
            <a:fillRect/>
          </a:stretch>
        </p:blipFill>
        <p:spPr>
          <a:xfrm>
            <a:off x="1473381" y="1417320"/>
            <a:ext cx="9214757" cy="3429000"/>
          </a:xfrm>
          <a:prstGeom prst="rect">
            <a:avLst/>
          </a:prstGeom>
        </p:spPr>
      </p:pic>
      <p:sp>
        <p:nvSpPr>
          <p:cNvPr id="5" name="Rounded Rectangle 4"/>
          <p:cNvSpPr/>
          <p:nvPr/>
        </p:nvSpPr>
        <p:spPr>
          <a:xfrm>
            <a:off x="54864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212080"/>
            <a:ext cx="301752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12.6 mm</a:t>
            </a:r>
          </a:p>
        </p:txBody>
      </p:sp>
      <p:sp>
        <p:nvSpPr>
          <p:cNvPr id="7" name="TextBox 6"/>
          <p:cNvSpPr txBox="1"/>
          <p:nvPr/>
        </p:nvSpPr>
        <p:spPr>
          <a:xfrm>
            <a:off x="77724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of sinkage per kg of payload (194 N/m per buoy, four buoys)</a:t>
            </a:r>
          </a:p>
        </p:txBody>
      </p:sp>
      <p:sp>
        <p:nvSpPr>
          <p:cNvPr id="8" name="Rounded Rectangle 7"/>
          <p:cNvSpPr/>
          <p:nvPr/>
        </p:nvSpPr>
        <p:spPr>
          <a:xfrm>
            <a:off x="434340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21208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54.7 kg</a:t>
            </a:r>
          </a:p>
        </p:txBody>
      </p:sp>
      <p:sp>
        <p:nvSpPr>
          <p:cNvPr id="10" name="TextBox 9"/>
          <p:cNvSpPr txBox="1"/>
          <p:nvPr/>
        </p:nvSpPr>
        <p:spPr>
          <a:xfrm>
            <a:off x="457200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on the hub puts the spar tops and pins at the waterline</a:t>
            </a:r>
          </a:p>
        </p:txBody>
      </p:sp>
      <p:sp>
        <p:nvSpPr>
          <p:cNvPr id="11" name="Rounded Rectangle 10"/>
          <p:cNvSpPr/>
          <p:nvPr/>
        </p:nvSpPr>
        <p:spPr>
          <a:xfrm>
            <a:off x="8138160" y="5074920"/>
            <a:ext cx="3474720" cy="137160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212080"/>
            <a:ext cx="301752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0°</a:t>
            </a:r>
          </a:p>
        </p:txBody>
      </p:sp>
      <p:sp>
        <p:nvSpPr>
          <p:cNvPr id="13" name="TextBox 12"/>
          <p:cNvSpPr txBox="1"/>
          <p:nvPr/>
        </p:nvSpPr>
        <p:spPr>
          <a:xfrm>
            <a:off x="8366760" y="5879592"/>
            <a:ext cx="3017520" cy="502920"/>
          </a:xfrm>
          <a:prstGeom prst="rect">
            <a:avLst/>
          </a:prstGeom>
          <a:noFill/>
        </p:spPr>
        <p:txBody>
          <a:bodyPr wrap="square" anchor="t" lIns="0" rIns="0">
            <a:spAutoFit/>
          </a:bodyPr>
          <a:lstStyle/>
          <a:p>
            <a:pPr algn="l">
              <a:spcAft>
                <a:spcPts val="600"/>
              </a:spcAft>
            </a:pPr>
            <a:r>
              <a:rPr sz="1300" b="0" i="0">
                <a:solidFill>
                  <a:srgbClr val="2B3A44"/>
                </a:solidFill>
                <a:latin typeface="Calibri"/>
              </a:rPr>
              <a:t>hub tilt: a centred mass never tips the cluster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Off-centre, the hub rocks like a seesaw</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0.2 m towards a buoy: the buoys stay upright; only their difference in sinkage resists the tilt</a:t>
            </a:r>
          </a:p>
        </p:txBody>
      </p:sp>
      <p:pic>
        <p:nvPicPr>
          <p:cNvPr id="4" name="Picture 3" descr="seq_offset.png"/>
          <p:cNvPicPr>
            <a:picLocks noChangeAspect="1"/>
          </p:cNvPicPr>
          <p:nvPr/>
        </p:nvPicPr>
        <p:blipFill>
          <a:blip r:embed="rId3"/>
          <a:stretch>
            <a:fillRect/>
          </a:stretch>
        </p:blipFill>
        <p:spPr>
          <a:xfrm>
            <a:off x="1473381" y="1417320"/>
            <a:ext cx="9214757" cy="3429000"/>
          </a:xfrm>
          <a:prstGeom prst="rect">
            <a:avLst/>
          </a:prstGeom>
        </p:spPr>
      </p:pic>
      <p:sp>
        <p:nvSpPr>
          <p:cNvPr id="5" name="Rounded Rectangle 4"/>
          <p:cNvSpPr/>
          <p:nvPr/>
        </p:nvSpPr>
        <p:spPr>
          <a:xfrm>
            <a:off x="54864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66360"/>
            <a:ext cx="3017520" cy="685800"/>
          </a:xfrm>
          <a:prstGeom prst="rect">
            <a:avLst/>
          </a:prstGeom>
          <a:noFill/>
        </p:spPr>
        <p:txBody>
          <a:bodyPr wrap="square" anchor="t" lIns="0" rIns="0">
            <a:spAutoFit/>
          </a:bodyPr>
          <a:lstStyle/>
          <a:p>
            <a:pPr algn="l">
              <a:spcAft>
                <a:spcPts val="600"/>
              </a:spcAft>
            </a:pPr>
            <a:r>
              <a:rPr sz="3400" b="1" i="0">
                <a:solidFill>
                  <a:srgbClr val="0C8B96"/>
                </a:solidFill>
                <a:latin typeface="Calibri"/>
              </a:rPr>
              <a:t>67 N·m/rad</a:t>
            </a:r>
          </a:p>
        </p:txBody>
      </p:sp>
      <p:sp>
        <p:nvSpPr>
          <p:cNvPr id="7" name="TextBox 6"/>
          <p:cNvSpPr txBox="1"/>
          <p:nvPr/>
        </p:nvSpPr>
        <p:spPr>
          <a:xfrm>
            <a:off x="77724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hub tilt stiffness: buoy sinkage × buoy distance² (0.42 m from the centre)</a:t>
            </a:r>
          </a:p>
        </p:txBody>
      </p:sp>
      <p:sp>
        <p:nvSpPr>
          <p:cNvPr id="8" name="Rounded Rectangle 7"/>
          <p:cNvSpPr/>
          <p:nvPr/>
        </p:nvSpPr>
        <p:spPr>
          <a:xfrm>
            <a:off x="434340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166360"/>
            <a:ext cx="30175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3 kg → 5°</a:t>
            </a:r>
          </a:p>
        </p:txBody>
      </p:sp>
      <p:sp>
        <p:nvSpPr>
          <p:cNvPr id="10" name="TextBox 9"/>
          <p:cNvSpPr txBox="1"/>
          <p:nvPr/>
        </p:nvSpPr>
        <p:spPr>
          <a:xfrm>
            <a:off x="457200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at 0.2 m: a few kilograms tilt the hub visibly</a:t>
            </a:r>
          </a:p>
        </p:txBody>
      </p:sp>
      <p:sp>
        <p:nvSpPr>
          <p:cNvPr id="11" name="Rounded Rectangle 10"/>
          <p:cNvSpPr/>
          <p:nvPr/>
        </p:nvSpPr>
        <p:spPr>
          <a:xfrm>
            <a:off x="813816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16636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27.8 kg</a:t>
            </a:r>
          </a:p>
        </p:txBody>
      </p:sp>
      <p:sp>
        <p:nvSpPr>
          <p:cNvPr id="13" name="TextBox 12"/>
          <p:cNvSpPr txBox="1"/>
          <p:nvPr/>
        </p:nvSpPr>
        <p:spPr>
          <a:xfrm>
            <a:off x="836676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first pin awash, hub at 54° tilt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tilt depends only on mass × offset</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Every branch, in every direction, falls on one curve</a:t>
            </a:r>
          </a:p>
        </p:txBody>
      </p:sp>
      <p:graphicFrame>
        <p:nvGraphicFramePr>
          <p:cNvPr id="4" name="Chart 3"/>
          <p:cNvGraphicFramePr>
            <a:graphicFrameLocks noGrp="1"/>
          </p:cNvGraphicFramePr>
          <p:nvPr/>
        </p:nvGraphicFramePr>
        <p:xfrm>
          <a:off x="457200" y="141732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463040"/>
            <a:ext cx="40233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Reading it</a:t>
            </a:r>
          </a:p>
        </p:txBody>
      </p:sp>
      <p:graphicFrame>
        <p:nvGraphicFramePr>
          <p:cNvPr id="6" name="Table 5"/>
          <p:cNvGraphicFramePr>
            <a:graphicFrameLocks noGrp="1"/>
          </p:cNvGraphicFramePr>
          <p:nvPr/>
        </p:nvGraphicFramePr>
        <p:xfrm>
          <a:off x="7680960" y="2011680"/>
          <a:ext cx="4023360" cy="2377440"/>
        </p:xfrm>
        <a:graphic>
          <a:graphicData uri="http://schemas.openxmlformats.org/drawingml/2006/table">
            <a:tbl>
              <a:tblPr firstRow="1" bandRow="1">
                <a:tableStyleId>{5C22544A-7EE6-4342-B048-85BDC9FD1C3A}</a:tableStyleId>
              </a:tblPr>
              <a:tblGrid>
                <a:gridCol w="1341120"/>
                <a:gridCol w="1341120"/>
                <a:gridCol w="1341120"/>
              </a:tblGrid>
              <a:tr h="396240">
                <a:tc>
                  <a:txBody>
                    <a:bodyPr/>
                    <a:lstStyle/>
                    <a:p>
                      <a:r>
                        <a:rPr sz="1400" b="1">
                          <a:solidFill>
                            <a:srgbClr val="FFFFFF"/>
                          </a:solidFill>
                          <a:latin typeface="Calibri"/>
                        </a:rPr>
                        <a:t>Hub tilt</a:t>
                      </a:r>
                    </a:p>
                  </a:txBody>
                  <a:tcPr>
                    <a:solidFill>
                      <a:srgbClr val="0C8B96"/>
                    </a:solidFill>
                  </a:tcPr>
                </a:tc>
                <a:tc>
                  <a:txBody>
                    <a:bodyPr/>
                    <a:lstStyle/>
                    <a:p>
                      <a:r>
                        <a:rPr sz="1400" b="1">
                          <a:solidFill>
                            <a:srgbClr val="FFFFFF"/>
                          </a:solidFill>
                          <a:latin typeface="Calibri"/>
                        </a:rPr>
                        <a:t>mass × offset</a:t>
                      </a:r>
                    </a:p>
                  </a:txBody>
                  <a:tcPr>
                    <a:solidFill>
                      <a:srgbClr val="0C8B96"/>
                    </a:solidFill>
                  </a:tcPr>
                </a:tc>
                <a:tc>
                  <a:txBody>
                    <a:bodyPr/>
                    <a:lstStyle/>
                    <a:p>
                      <a:r>
                        <a:rPr sz="1400" b="1">
                          <a:solidFill>
                            <a:srgbClr val="FFFFFF"/>
                          </a:solidFill>
                          <a:latin typeface="Calibri"/>
                        </a:rPr>
                        <a:t>e.g. at 0.2 m</a:t>
                      </a:r>
                    </a:p>
                  </a:txBody>
                  <a:tcPr>
                    <a:solidFill>
                      <a:srgbClr val="0C8B96"/>
                    </a:solidFill>
                  </a:tcPr>
                </a:tc>
              </a:tr>
              <a:tr h="396240">
                <a:tc>
                  <a:txBody>
                    <a:bodyPr/>
                    <a:lstStyle/>
                    <a:p>
                      <a:r>
                        <a:rPr sz="1400" b="0">
                          <a:solidFill>
                            <a:srgbClr val="2B3A44"/>
                          </a:solidFill>
                          <a:latin typeface="Calibri"/>
                        </a:rPr>
                        <a:t>2°</a:t>
                      </a:r>
                    </a:p>
                  </a:txBody>
                  <a:tcPr>
                    <a:solidFill>
                      <a:srgbClr val="E4F2F4"/>
                    </a:solidFill>
                  </a:tcPr>
                </a:tc>
                <a:tc>
                  <a:txBody>
                    <a:bodyPr/>
                    <a:lstStyle/>
                    <a:p>
                      <a:r>
                        <a:rPr sz="1400" b="0">
                          <a:solidFill>
                            <a:srgbClr val="2B3A44"/>
                          </a:solidFill>
                          <a:latin typeface="Calibri"/>
                        </a:rPr>
                        <a:t>0.24 kg·m</a:t>
                      </a:r>
                    </a:p>
                  </a:txBody>
                  <a:tcPr>
                    <a:solidFill>
                      <a:srgbClr val="E4F2F4"/>
                    </a:solidFill>
                  </a:tcPr>
                </a:tc>
                <a:tc>
                  <a:txBody>
                    <a:bodyPr/>
                    <a:lstStyle/>
                    <a:p>
                      <a:r>
                        <a:rPr sz="1400" b="0">
                          <a:solidFill>
                            <a:srgbClr val="2B3A44"/>
                          </a:solidFill>
                          <a:latin typeface="Calibri"/>
                        </a:rPr>
                        <a:t>1.2 kg</a:t>
                      </a:r>
                    </a:p>
                  </a:txBody>
                  <a:tcPr>
                    <a:solidFill>
                      <a:srgbClr val="E4F2F4"/>
                    </a:solidFill>
                  </a:tcPr>
                </a:tc>
              </a:tr>
              <a:tr h="396240">
                <a:tc>
                  <a:txBody>
                    <a:bodyPr/>
                    <a:lstStyle/>
                    <a:p>
                      <a:r>
                        <a:rPr sz="1400" b="0">
                          <a:solidFill>
                            <a:srgbClr val="2B3A44"/>
                          </a:solidFill>
                          <a:latin typeface="Calibri"/>
                        </a:rPr>
                        <a:t>5°</a:t>
                      </a:r>
                    </a:p>
                  </a:txBody>
                  <a:tcPr>
                    <a:solidFill>
                      <a:srgbClr val="FFFFFF"/>
                    </a:solidFill>
                  </a:tcPr>
                </a:tc>
                <a:tc>
                  <a:txBody>
                    <a:bodyPr/>
                    <a:lstStyle/>
                    <a:p>
                      <a:r>
                        <a:rPr sz="1400" b="0">
                          <a:solidFill>
                            <a:srgbClr val="2B3A44"/>
                          </a:solidFill>
                          <a:latin typeface="Calibri"/>
                        </a:rPr>
                        <a:t>0.60 kg·m</a:t>
                      </a:r>
                    </a:p>
                  </a:txBody>
                  <a:tcPr>
                    <a:solidFill>
                      <a:srgbClr val="FFFFFF"/>
                    </a:solidFill>
                  </a:tcPr>
                </a:tc>
                <a:tc>
                  <a:txBody>
                    <a:bodyPr/>
                    <a:lstStyle/>
                    <a:p>
                      <a:r>
                        <a:rPr sz="1400" b="0">
                          <a:solidFill>
                            <a:srgbClr val="2B3A44"/>
                          </a:solidFill>
                          <a:latin typeface="Calibri"/>
                        </a:rPr>
                        <a:t>3.0 kg</a:t>
                      </a:r>
                    </a:p>
                  </a:txBody>
                  <a:tcPr>
                    <a:solidFill>
                      <a:srgbClr val="FFFFFF"/>
                    </a:solidFill>
                  </a:tcPr>
                </a:tc>
              </a:tr>
              <a:tr h="396240">
                <a:tc>
                  <a:txBody>
                    <a:bodyPr/>
                    <a:lstStyle/>
                    <a:p>
                      <a:r>
                        <a:rPr sz="1400" b="0">
                          <a:solidFill>
                            <a:srgbClr val="2B3A44"/>
                          </a:solidFill>
                          <a:latin typeface="Calibri"/>
                        </a:rPr>
                        <a:t>10°</a:t>
                      </a:r>
                    </a:p>
                  </a:txBody>
                  <a:tcPr>
                    <a:solidFill>
                      <a:srgbClr val="E4F2F4"/>
                    </a:solidFill>
                  </a:tcPr>
                </a:tc>
                <a:tc>
                  <a:txBody>
                    <a:bodyPr/>
                    <a:lstStyle/>
                    <a:p>
                      <a:r>
                        <a:rPr sz="1400" b="0">
                          <a:solidFill>
                            <a:srgbClr val="2B3A44"/>
                          </a:solidFill>
                          <a:latin typeface="Calibri"/>
                        </a:rPr>
                        <a:t>1.19 kg·m</a:t>
                      </a:r>
                    </a:p>
                  </a:txBody>
                  <a:tcPr>
                    <a:solidFill>
                      <a:srgbClr val="E4F2F4"/>
                    </a:solidFill>
                  </a:tcPr>
                </a:tc>
                <a:tc>
                  <a:txBody>
                    <a:bodyPr/>
                    <a:lstStyle/>
                    <a:p>
                      <a:r>
                        <a:rPr sz="1400" b="0">
                          <a:solidFill>
                            <a:srgbClr val="2B3A44"/>
                          </a:solidFill>
                          <a:latin typeface="Calibri"/>
                        </a:rPr>
                        <a:t>6.0 kg</a:t>
                      </a:r>
                    </a:p>
                  </a:txBody>
                  <a:tcPr>
                    <a:solidFill>
                      <a:srgbClr val="E4F2F4"/>
                    </a:solidFill>
                  </a:tcPr>
                </a:tc>
              </a:tr>
              <a:tr h="396240">
                <a:tc>
                  <a:txBody>
                    <a:bodyPr/>
                    <a:lstStyle/>
                    <a:p>
                      <a:r>
                        <a:rPr sz="1400" b="0">
                          <a:solidFill>
                            <a:srgbClr val="2B3A44"/>
                          </a:solidFill>
                          <a:latin typeface="Calibri"/>
                        </a:rPr>
                        <a:t>20°</a:t>
                      </a:r>
                    </a:p>
                  </a:txBody>
                  <a:tcPr>
                    <a:solidFill>
                      <a:srgbClr val="FFFFFF"/>
                    </a:solidFill>
                  </a:tcPr>
                </a:tc>
                <a:tc>
                  <a:txBody>
                    <a:bodyPr/>
                    <a:lstStyle/>
                    <a:p>
                      <a:r>
                        <a:rPr sz="1400" b="0">
                          <a:solidFill>
                            <a:srgbClr val="2B3A44"/>
                          </a:solidFill>
                          <a:latin typeface="Calibri"/>
                        </a:rPr>
                        <a:t>2.35 kg·m</a:t>
                      </a:r>
                    </a:p>
                  </a:txBody>
                  <a:tcPr>
                    <a:solidFill>
                      <a:srgbClr val="FFFFFF"/>
                    </a:solidFill>
                  </a:tcPr>
                </a:tc>
                <a:tc>
                  <a:txBody>
                    <a:bodyPr/>
                    <a:lstStyle/>
                    <a:p>
                      <a:r>
                        <a:rPr sz="1400" b="0">
                          <a:solidFill>
                            <a:srgbClr val="2B3A44"/>
                          </a:solidFill>
                          <a:latin typeface="Calibri"/>
                        </a:rPr>
                        <a:t>11.8 kg</a:t>
                      </a:r>
                    </a:p>
                  </a:txBody>
                  <a:tcPr>
                    <a:solidFill>
                      <a:srgbClr val="FFFFFF"/>
                    </a:solidFill>
                  </a:tcPr>
                </a:tc>
              </a:tr>
              <a:tr h="396240">
                <a:tc>
                  <a:txBody>
                    <a:bodyPr/>
                    <a:lstStyle/>
                    <a:p>
                      <a:r>
                        <a:rPr sz="1400" b="0">
                          <a:solidFill>
                            <a:srgbClr val="2B3A44"/>
                          </a:solidFill>
                          <a:latin typeface="Calibri"/>
                        </a:rPr>
                        <a:t>30°</a:t>
                      </a:r>
                    </a:p>
                  </a:txBody>
                  <a:tcPr>
                    <a:solidFill>
                      <a:srgbClr val="E4F2F4"/>
                    </a:solidFill>
                  </a:tcPr>
                </a:tc>
                <a:tc>
                  <a:txBody>
                    <a:bodyPr/>
                    <a:lstStyle/>
                    <a:p>
                      <a:r>
                        <a:rPr sz="1400" b="0">
                          <a:solidFill>
                            <a:srgbClr val="2B3A44"/>
                          </a:solidFill>
                          <a:latin typeface="Calibri"/>
                        </a:rPr>
                        <a:t>3.44 kg·m</a:t>
                      </a:r>
                    </a:p>
                  </a:txBody>
                  <a:tcPr>
                    <a:solidFill>
                      <a:srgbClr val="E4F2F4"/>
                    </a:solidFill>
                  </a:tcPr>
                </a:tc>
                <a:tc>
                  <a:txBody>
                    <a:bodyPr/>
                    <a:lstStyle/>
                    <a:p>
                      <a:r>
                        <a:rPr sz="1400" b="0">
                          <a:solidFill>
                            <a:srgbClr val="2B3A44"/>
                          </a:solidFill>
                          <a:latin typeface="Calibri"/>
                        </a:rPr>
                        <a:t>17.2 kg</a:t>
                      </a:r>
                    </a:p>
                  </a:txBody>
                  <a:tcPr>
                    <a:solidFill>
                      <a:srgbClr val="E4F2F4"/>
                    </a:solidFill>
                  </a:tcPr>
                </a:tc>
              </a:tr>
            </a:tbl>
          </a:graphicData>
        </a:graphic>
      </p:graphicFrame>
      <p:sp>
        <p:nvSpPr>
          <p:cNvPr id="7" name="TextBox 6"/>
          <p:cNvSpPr txBox="1"/>
          <p:nvPr/>
        </p:nvSpPr>
        <p:spPr>
          <a:xfrm>
            <a:off x="7680960" y="4663440"/>
            <a:ext cx="4023360" cy="1828800"/>
          </a:xfrm>
          <a:prstGeom prst="rect">
            <a:avLst/>
          </a:prstGeom>
          <a:noFill/>
        </p:spPr>
        <p:txBody>
          <a:bodyPr wrap="square" anchor="t" lIns="0" rIns="0">
            <a:spAutoFit/>
          </a:bodyPr>
          <a:lstStyle/>
          <a:p>
            <a:pPr algn="l">
              <a:spcAft>
                <a:spcPts val="600"/>
              </a:spcAft>
            </a:pPr>
            <a:r>
              <a:rPr sz="1300" b="1" i="0">
                <a:solidFill>
                  <a:srgbClr val="5C6B75"/>
                </a:solidFill>
                <a:latin typeface="Calibri"/>
              </a:rPr>
              <a:t>Lines: </a:t>
            </a:r>
            <a:r>
              <a:rPr sz="1300" b="0" i="0">
                <a:solidFill>
                  <a:srgbClr val="5C6B75"/>
                </a:solidFill>
                <a:latin typeface="Calibri"/>
              </a:rPr>
              <a:t>12 branches, offsets 0.05–0.5 m, between buoys (teal) and towards a buoy (red): they lie on top of each other, each ending at its own limit. Dashed: the small-angle formula.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Far out, the hub rolls onto its side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0.4 m between buoys: no pin reaches the water before the hub turns over</a:t>
            </a:r>
          </a:p>
        </p:txBody>
      </p:sp>
      <p:pic>
        <p:nvPicPr>
          <p:cNvPr id="4" name="Picture 3" descr="seq_rollover.png"/>
          <p:cNvPicPr>
            <a:picLocks noChangeAspect="1"/>
          </p:cNvPicPr>
          <p:nvPr/>
        </p:nvPicPr>
        <p:blipFill>
          <a:blip r:embed="rId3"/>
          <a:stretch>
            <a:fillRect/>
          </a:stretch>
        </p:blipFill>
        <p:spPr>
          <a:xfrm>
            <a:off x="1497874" y="1417320"/>
            <a:ext cx="9165771" cy="3429000"/>
          </a:xfrm>
          <a:prstGeom prst="rect">
            <a:avLst/>
          </a:prstGeom>
        </p:spPr>
      </p:pic>
      <p:sp>
        <p:nvSpPr>
          <p:cNvPr id="5" name="Rounded Rectangle 4"/>
          <p:cNvSpPr/>
          <p:nvPr/>
        </p:nvSpPr>
        <p:spPr>
          <a:xfrm>
            <a:off x="54864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166360"/>
            <a:ext cx="3017520" cy="685800"/>
          </a:xfrm>
          <a:prstGeom prst="rect">
            <a:avLst/>
          </a:prstGeom>
          <a:noFill/>
        </p:spPr>
        <p:txBody>
          <a:bodyPr wrap="square" anchor="t" lIns="0" rIns="0">
            <a:spAutoFit/>
          </a:bodyPr>
          <a:lstStyle/>
          <a:p>
            <a:pPr algn="l">
              <a:spcAft>
                <a:spcPts val="600"/>
              </a:spcAft>
            </a:pPr>
            <a:r>
              <a:rPr sz="3400" b="1" i="0">
                <a:solidFill>
                  <a:srgbClr val="B2432C"/>
                </a:solidFill>
                <a:latin typeface="Calibri"/>
              </a:rPr>
              <a:t>6.8 kg·m</a:t>
            </a:r>
          </a:p>
        </p:txBody>
      </p:sp>
      <p:sp>
        <p:nvSpPr>
          <p:cNvPr id="7" name="TextBox 6"/>
          <p:cNvSpPr txBox="1"/>
          <p:nvPr/>
        </p:nvSpPr>
        <p:spPr>
          <a:xfrm>
            <a:off x="77724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mass × offset at which the hub rolls onto its side, in every direction</a:t>
            </a:r>
          </a:p>
        </p:txBody>
      </p:sp>
      <p:sp>
        <p:nvSpPr>
          <p:cNvPr id="8" name="Rounded Rectangle 7"/>
          <p:cNvSpPr/>
          <p:nvPr/>
        </p:nvSpPr>
        <p:spPr>
          <a:xfrm>
            <a:off x="434340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5166360"/>
            <a:ext cx="3017520" cy="685800"/>
          </a:xfrm>
          <a:prstGeom prst="rect">
            <a:avLst/>
          </a:prstGeom>
          <a:noFill/>
        </p:spPr>
        <p:txBody>
          <a:bodyPr wrap="square" anchor="t" lIns="0" rIns="0">
            <a:spAutoFit/>
          </a:bodyPr>
          <a:lstStyle/>
          <a:p>
            <a:pPr algn="l">
              <a:spcAft>
                <a:spcPts val="600"/>
              </a:spcAft>
            </a:pPr>
            <a:r>
              <a:rPr sz="3400" b="1" i="0">
                <a:solidFill>
                  <a:srgbClr val="C9772B"/>
                </a:solidFill>
                <a:latin typeface="Calibri"/>
              </a:rPr>
              <a:t>17.1 kg</a:t>
            </a:r>
          </a:p>
        </p:txBody>
      </p:sp>
      <p:sp>
        <p:nvSpPr>
          <p:cNvPr id="10" name="TextBox 9"/>
          <p:cNvSpPr txBox="1"/>
          <p:nvPr/>
        </p:nvSpPr>
        <p:spPr>
          <a:xfrm>
            <a:off x="457200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at 0.4 m; the lowest pin is still 182 mm above water</a:t>
            </a:r>
          </a:p>
        </p:txBody>
      </p:sp>
      <p:sp>
        <p:nvSpPr>
          <p:cNvPr id="11" name="Rounded Rectangle 10"/>
          <p:cNvSpPr/>
          <p:nvPr/>
        </p:nvSpPr>
        <p:spPr>
          <a:xfrm>
            <a:off x="8138160" y="5029200"/>
            <a:ext cx="3474720" cy="146304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5166360"/>
            <a:ext cx="3017520" cy="685800"/>
          </a:xfrm>
          <a:prstGeom prst="rect">
            <a:avLst/>
          </a:prstGeom>
          <a:noFill/>
        </p:spPr>
        <p:txBody>
          <a:bodyPr wrap="square" anchor="t" lIns="0" rIns="0">
            <a:spAutoFit/>
          </a:bodyPr>
          <a:lstStyle/>
          <a:p>
            <a:pPr algn="l">
              <a:spcAft>
                <a:spcPts val="600"/>
              </a:spcAft>
            </a:pPr>
            <a:r>
              <a:rPr sz="3400" b="1" i="0">
                <a:solidFill>
                  <a:srgbClr val="5C6B75"/>
                </a:solidFill>
                <a:latin typeface="Calibri"/>
              </a:rPr>
              <a:t>15.0 kg</a:t>
            </a:r>
          </a:p>
        </p:txBody>
      </p:sp>
      <p:sp>
        <p:nvSpPr>
          <p:cNvPr id="13" name="TextBox 12"/>
          <p:cNvSpPr txBox="1"/>
          <p:nvPr/>
        </p:nvSpPr>
        <p:spPr>
          <a:xfrm>
            <a:off x="8366760" y="5833872"/>
            <a:ext cx="3017520" cy="594360"/>
          </a:xfrm>
          <a:prstGeom prst="rect">
            <a:avLst/>
          </a:prstGeom>
          <a:noFill/>
        </p:spPr>
        <p:txBody>
          <a:bodyPr wrap="square" anchor="t" lIns="0" rIns="0">
            <a:spAutoFit/>
          </a:bodyPr>
          <a:lstStyle/>
          <a:p>
            <a:pPr algn="l">
              <a:spcAft>
                <a:spcPts val="600"/>
              </a:spcAft>
            </a:pPr>
            <a:r>
              <a:rPr sz="1300" b="0" i="0">
                <a:solidFill>
                  <a:srgbClr val="2B3A44"/>
                </a:solidFill>
                <a:latin typeface="Calibri"/>
              </a:rPr>
              <a:t>at 0.4 m the buoys may already touch each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Watch it happen</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The mass rising from zero to the limit (animations play in slide show)</a:t>
            </a:r>
          </a:p>
        </p:txBody>
      </p:sp>
      <p:pic>
        <p:nvPicPr>
          <p:cNvPr id="4" name="Picture 3" descr="anim_centred.gif"/>
          <p:cNvPicPr>
            <a:picLocks noChangeAspect="1"/>
          </p:cNvPicPr>
          <p:nvPr/>
        </p:nvPicPr>
        <p:blipFill>
          <a:blip r:embed="rId3"/>
          <a:stretch>
            <a:fillRect/>
          </a:stretch>
        </p:blipFill>
        <p:spPr>
          <a:xfrm>
            <a:off x="502920" y="1508760"/>
            <a:ext cx="3657600" cy="3396343"/>
          </a:xfrm>
          <a:prstGeom prst="rect">
            <a:avLst/>
          </a:prstGeom>
        </p:spPr>
      </p:pic>
      <p:sp>
        <p:nvSpPr>
          <p:cNvPr id="5" name="TextBox 4"/>
          <p:cNvSpPr txBox="1"/>
          <p:nvPr/>
        </p:nvSpPr>
        <p:spPr>
          <a:xfrm>
            <a:off x="502920" y="502920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Centred</a:t>
            </a:r>
          </a:p>
        </p:txBody>
      </p:sp>
      <p:pic>
        <p:nvPicPr>
          <p:cNvPr id="6" name="Picture 5" descr="anim_offset.gif"/>
          <p:cNvPicPr>
            <a:picLocks noChangeAspect="1"/>
          </p:cNvPicPr>
          <p:nvPr/>
        </p:nvPicPr>
        <p:blipFill>
          <a:blip r:embed="rId4"/>
          <a:stretch>
            <a:fillRect/>
          </a:stretch>
        </p:blipFill>
        <p:spPr>
          <a:xfrm>
            <a:off x="4297680" y="1508760"/>
            <a:ext cx="3657600" cy="3396343"/>
          </a:xfrm>
          <a:prstGeom prst="rect">
            <a:avLst/>
          </a:prstGeom>
        </p:spPr>
      </p:pic>
      <p:sp>
        <p:nvSpPr>
          <p:cNvPr id="7" name="TextBox 6"/>
          <p:cNvSpPr txBox="1"/>
          <p:nvPr/>
        </p:nvSpPr>
        <p:spPr>
          <a:xfrm>
            <a:off x="4297680" y="502920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0.2 m towards a buoy</a:t>
            </a:r>
          </a:p>
        </p:txBody>
      </p:sp>
      <p:pic>
        <p:nvPicPr>
          <p:cNvPr id="8" name="Picture 7" descr="anim_rollover.gif"/>
          <p:cNvPicPr>
            <a:picLocks noChangeAspect="1"/>
          </p:cNvPicPr>
          <p:nvPr/>
        </p:nvPicPr>
        <p:blipFill>
          <a:blip r:embed="rId5"/>
          <a:stretch>
            <a:fillRect/>
          </a:stretch>
        </p:blipFill>
        <p:spPr>
          <a:xfrm>
            <a:off x="8092440" y="1508760"/>
            <a:ext cx="3657600" cy="3396343"/>
          </a:xfrm>
          <a:prstGeom prst="rect">
            <a:avLst/>
          </a:prstGeom>
        </p:spPr>
      </p:pic>
      <p:sp>
        <p:nvSpPr>
          <p:cNvPr id="9" name="TextBox 8"/>
          <p:cNvSpPr txBox="1"/>
          <p:nvPr/>
        </p:nvSpPr>
        <p:spPr>
          <a:xfrm>
            <a:off x="8092440" y="5029200"/>
            <a:ext cx="3657600" cy="365760"/>
          </a:xfrm>
          <a:prstGeom prst="rect">
            <a:avLst/>
          </a:prstGeom>
          <a:noFill/>
        </p:spPr>
        <p:txBody>
          <a:bodyPr wrap="square" anchor="t" lIns="0" rIns="0">
            <a:spAutoFit/>
          </a:bodyPr>
          <a:lstStyle/>
          <a:p>
            <a:pPr algn="ctr">
              <a:spcAft>
                <a:spcPts val="600"/>
              </a:spcAft>
            </a:pPr>
            <a:r>
              <a:rPr sz="1600" b="1" i="0">
                <a:solidFill>
                  <a:srgbClr val="14232E"/>
                </a:solidFill>
                <a:latin typeface="Calibri"/>
              </a:rPr>
              <a:t>0.4 m between buoys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The payload envelope</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Payload mass against its offset from the hub centre: limits (solid) and hub tilt (dashed)</a:t>
            </a:r>
          </a:p>
        </p:txBody>
      </p:sp>
      <p:graphicFrame>
        <p:nvGraphicFramePr>
          <p:cNvPr id="4" name="Chart 3"/>
          <p:cNvGraphicFramePr>
            <a:graphicFrameLocks noGrp="1"/>
          </p:cNvGraphicFramePr>
          <p:nvPr/>
        </p:nvGraphicFramePr>
        <p:xfrm>
          <a:off x="457200" y="1371600"/>
          <a:ext cx="7863840" cy="5257800"/>
        </p:xfrm>
        <a:graphic>
          <a:graphicData uri="http://schemas.openxmlformats.org/drawingml/2006/chart">
            <c:chart xmlns:c="http://schemas.openxmlformats.org/drawingml/2006/chart" r:id="rId3"/>
          </a:graphicData>
        </a:graphic>
      </p:graphicFrame>
      <p:sp>
        <p:nvSpPr>
          <p:cNvPr id="5" name="TextBox 4"/>
          <p:cNvSpPr txBox="1"/>
          <p:nvPr/>
        </p:nvSpPr>
        <p:spPr>
          <a:xfrm>
            <a:off x="8595360" y="1463040"/>
            <a:ext cx="31089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Reading it</a:t>
            </a:r>
          </a:p>
        </p:txBody>
      </p:sp>
      <p:sp>
        <p:nvSpPr>
          <p:cNvPr id="6" name="TextBox 5"/>
          <p:cNvSpPr txBox="1"/>
          <p:nvPr/>
        </p:nvSpPr>
        <p:spPr>
          <a:xfrm>
            <a:off x="8595360" y="1965960"/>
            <a:ext cx="3108960" cy="4572000"/>
          </a:xfrm>
          <a:prstGeom prst="rect">
            <a:avLst/>
          </a:prstGeom>
          <a:noFill/>
        </p:spPr>
        <p:txBody>
          <a:bodyPr wrap="square" anchor="t" lIns="0" rIns="0">
            <a:spAutoFit/>
          </a:bodyPr>
          <a:lstStyle/>
          <a:p>
            <a:pPr algn="l">
              <a:spcAft>
                <a:spcPts val="1000"/>
              </a:spcAft>
            </a:pPr>
            <a:r>
              <a:rPr sz="1400" b="1" i="0">
                <a:solidFill>
                  <a:srgbClr val="2B3A44"/>
                </a:solidFill>
                <a:latin typeface="Calibri"/>
              </a:rPr>
              <a:t>Below a solid line: </a:t>
            </a:r>
            <a:r>
              <a:rPr sz="1400" b="0" i="0">
                <a:solidFill>
                  <a:srgbClr val="2B3A44"/>
                </a:solidFill>
                <a:latin typeface="Calibri"/>
              </a:rPr>
              <a:t>stable and pins dry, for that direction.</a:t>
            </a:r>
          </a:p>
          <a:p>
            <a:pPr algn="l">
              <a:spcAft>
                <a:spcPts val="1000"/>
              </a:spcAft>
            </a:pPr>
            <a:r>
              <a:rPr sz="1400" b="1" i="0">
                <a:solidFill>
                  <a:srgbClr val="2B3A44"/>
                </a:solidFill>
                <a:latin typeface="Calibri"/>
              </a:rPr>
              <a:t>Worst direction: </a:t>
            </a:r>
            <a:r>
              <a:rPr sz="1400" b="0" i="0">
                <a:solidFill>
                  <a:srgbClr val="2B3A44"/>
                </a:solidFill>
                <a:latin typeface="Calibri"/>
              </a:rPr>
              <a:t>towards a buoy (red), by up to 15 %.</a:t>
            </a:r>
          </a:p>
          <a:p>
            <a:pPr algn="l">
              <a:spcAft>
                <a:spcPts val="1000"/>
              </a:spcAft>
            </a:pPr>
            <a:r>
              <a:rPr sz="1400" b="1" i="0">
                <a:solidFill>
                  <a:srgbClr val="2B3A44"/>
                </a:solidFill>
                <a:latin typeface="Calibri"/>
              </a:rPr>
              <a:t>Up to ~0.3 m: </a:t>
            </a:r>
            <a:r>
              <a:rPr sz="1400" b="0" i="0">
                <a:solidFill>
                  <a:srgbClr val="2B3A44"/>
                </a:solidFill>
                <a:latin typeface="Calibri"/>
              </a:rPr>
              <a:t>a pin goes awash. </a:t>
            </a:r>
            <a:r>
              <a:rPr sz="1400" b="1" i="0">
                <a:solidFill>
                  <a:srgbClr val="2B3A44"/>
                </a:solidFill>
                <a:latin typeface="Calibri"/>
              </a:rPr>
              <a:t>Beyond: </a:t>
            </a:r>
            <a:r>
              <a:rPr sz="1400" b="0" i="0">
                <a:solidFill>
                  <a:srgbClr val="2B3A44"/>
                </a:solidFill>
                <a:latin typeface="Calibri"/>
              </a:rPr>
              <a:t>the hub rolls over.</a:t>
            </a:r>
          </a:p>
          <a:p>
            <a:pPr algn="l">
              <a:spcAft>
                <a:spcPts val="1000"/>
              </a:spcAft>
            </a:pPr>
            <a:r>
              <a:rPr sz="1400" b="1" i="0">
                <a:solidFill>
                  <a:srgbClr val="2B3A44"/>
                </a:solidFill>
                <a:latin typeface="Calibri"/>
              </a:rPr>
              <a:t>Dashed: </a:t>
            </a:r>
            <a:r>
              <a:rPr sz="1400" b="0" i="0">
                <a:solidFill>
                  <a:srgbClr val="2B3A44"/>
                </a:solidFill>
                <a:latin typeface="Calibri"/>
              </a:rPr>
              <a:t>hub tilt 5° (darkest), 10°, 20° (lightest), far inside the limits.</a:t>
            </a:r>
          </a:p>
          <a:p>
            <a:pPr algn="l">
              <a:spcAft>
                <a:spcPts val="1000"/>
              </a:spcAft>
            </a:pPr>
            <a:r>
              <a:rPr sz="1400" b="1" i="0">
                <a:solidFill>
                  <a:srgbClr val="2B3A44"/>
                </a:solidFill>
                <a:latin typeface="Calibri"/>
              </a:rPr>
              <a:t>Dotted: </a:t>
            </a:r>
            <a:r>
              <a:rPr sz="1400" b="0" i="0">
                <a:solidFill>
                  <a:srgbClr val="2B3A44"/>
                </a:solidFill>
                <a:latin typeface="Calibri"/>
              </a:rPr>
              <a:t>buoys may touch, before the limit beyond ~0.2 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Mass and CG envelope of the whole cluster</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Total mass against the horizontal offset of the cluster's CG (unloaded 88.1 kg, level geometry)</a:t>
            </a:r>
          </a:p>
        </p:txBody>
      </p:sp>
      <p:graphicFrame>
        <p:nvGraphicFramePr>
          <p:cNvPr id="4" name="Chart 3"/>
          <p:cNvGraphicFramePr>
            <a:graphicFrameLocks noGrp="1"/>
          </p:cNvGraphicFramePr>
          <p:nvPr/>
        </p:nvGraphicFramePr>
        <p:xfrm>
          <a:off x="457200" y="1371600"/>
          <a:ext cx="7863840" cy="5257800"/>
        </p:xfrm>
        <a:graphic>
          <a:graphicData uri="http://schemas.openxmlformats.org/drawingml/2006/chart">
            <c:chart xmlns:c="http://schemas.openxmlformats.org/drawingml/2006/chart" r:id="rId3"/>
          </a:graphicData>
        </a:graphic>
      </p:graphicFrame>
      <p:sp>
        <p:nvSpPr>
          <p:cNvPr id="5" name="TextBox 4"/>
          <p:cNvSpPr txBox="1"/>
          <p:nvPr/>
        </p:nvSpPr>
        <p:spPr>
          <a:xfrm>
            <a:off x="8595360" y="1463040"/>
            <a:ext cx="3108960" cy="457200"/>
          </a:xfrm>
          <a:prstGeom prst="rect">
            <a:avLst/>
          </a:prstGeom>
          <a:noFill/>
        </p:spPr>
        <p:txBody>
          <a:bodyPr wrap="square" anchor="t" lIns="0" rIns="0">
            <a:spAutoFit/>
          </a:bodyPr>
          <a:lstStyle/>
          <a:p>
            <a:pPr algn="l">
              <a:spcAft>
                <a:spcPts val="600"/>
              </a:spcAft>
            </a:pPr>
            <a:r>
              <a:rPr sz="2000" b="1" i="0">
                <a:solidFill>
                  <a:srgbClr val="14232E"/>
                </a:solidFill>
                <a:latin typeface="Calibri"/>
              </a:rPr>
              <a:t>At the limit</a:t>
            </a:r>
          </a:p>
        </p:txBody>
      </p:sp>
      <p:graphicFrame>
        <p:nvGraphicFramePr>
          <p:cNvPr id="6" name="Table 5"/>
          <p:cNvGraphicFramePr>
            <a:graphicFrameLocks noGrp="1"/>
          </p:cNvGraphicFramePr>
          <p:nvPr/>
        </p:nvGraphicFramePr>
        <p:xfrm>
          <a:off x="8595360" y="2011680"/>
          <a:ext cx="3108960" cy="2743200"/>
        </p:xfrm>
        <a:graphic>
          <a:graphicData uri="http://schemas.openxmlformats.org/drawingml/2006/table">
            <a:tbl>
              <a:tblPr firstRow="1" bandRow="1">
                <a:tableStyleId>{5C22544A-7EE6-4342-B048-85BDC9FD1C3A}</a:tableStyleId>
              </a:tblPr>
              <a:tblGrid>
                <a:gridCol w="1036320"/>
                <a:gridCol w="1036320"/>
                <a:gridCol w="1036320"/>
              </a:tblGrid>
              <a:tr h="457200">
                <a:tc>
                  <a:txBody>
                    <a:bodyPr/>
                    <a:lstStyle/>
                    <a:p>
                      <a:r>
                        <a:rPr sz="1300" b="1">
                          <a:solidFill>
                            <a:srgbClr val="FFFFFF"/>
                          </a:solidFill>
                          <a:latin typeface="Calibri"/>
                        </a:rPr>
                        <a:t>Payload at</a:t>
                      </a:r>
                    </a:p>
                  </a:txBody>
                  <a:tcPr>
                    <a:solidFill>
                      <a:srgbClr val="0C8B96"/>
                    </a:solidFill>
                  </a:tcPr>
                </a:tc>
                <a:tc>
                  <a:txBody>
                    <a:bodyPr/>
                    <a:lstStyle/>
                    <a:p>
                      <a:r>
                        <a:rPr sz="1300" b="1">
                          <a:solidFill>
                            <a:srgbClr val="FFFFFF"/>
                          </a:solidFill>
                          <a:latin typeface="Calibri"/>
                        </a:rPr>
                        <a:t>Total mass</a:t>
                      </a:r>
                    </a:p>
                  </a:txBody>
                  <a:tcPr>
                    <a:solidFill>
                      <a:srgbClr val="0C8B96"/>
                    </a:solidFill>
                  </a:tcPr>
                </a:tc>
                <a:tc>
                  <a:txBody>
                    <a:bodyPr/>
                    <a:lstStyle/>
                    <a:p>
                      <a:r>
                        <a:rPr sz="1300" b="1">
                          <a:solidFill>
                            <a:srgbClr val="FFFFFF"/>
                          </a:solidFill>
                          <a:latin typeface="Calibri"/>
                        </a:rPr>
                        <a:t>CG offset</a:t>
                      </a:r>
                    </a:p>
                  </a:txBody>
                  <a:tcPr>
                    <a:solidFill>
                      <a:srgbClr val="0C8B96"/>
                    </a:solidFill>
                  </a:tcPr>
                </a:tc>
              </a:tr>
              <a:tr h="457200">
                <a:tc>
                  <a:txBody>
                    <a:bodyPr/>
                    <a:lstStyle/>
                    <a:p>
                      <a:r>
                        <a:rPr sz="1300" b="0">
                          <a:solidFill>
                            <a:srgbClr val="2B3A44"/>
                          </a:solidFill>
                          <a:latin typeface="Calibri"/>
                        </a:rPr>
                        <a:t>0.0 m</a:t>
                      </a:r>
                    </a:p>
                  </a:txBody>
                  <a:tcPr>
                    <a:solidFill>
                      <a:srgbClr val="E4F2F4"/>
                    </a:solidFill>
                  </a:tcPr>
                </a:tc>
                <a:tc>
                  <a:txBody>
                    <a:bodyPr/>
                    <a:lstStyle/>
                    <a:p>
                      <a:r>
                        <a:rPr sz="1300" b="0">
                          <a:solidFill>
                            <a:srgbClr val="2B3A44"/>
                          </a:solidFill>
                          <a:latin typeface="Calibri"/>
                        </a:rPr>
                        <a:t>142.8 kg</a:t>
                      </a:r>
                    </a:p>
                  </a:txBody>
                  <a:tcPr>
                    <a:solidFill>
                      <a:srgbClr val="E4F2F4"/>
                    </a:solidFill>
                  </a:tcPr>
                </a:tc>
                <a:tc>
                  <a:txBody>
                    <a:bodyPr/>
                    <a:lstStyle/>
                    <a:p>
                      <a:r>
                        <a:rPr sz="1300" b="0">
                          <a:solidFill>
                            <a:srgbClr val="2B3A44"/>
                          </a:solidFill>
                          <a:latin typeface="Calibri"/>
                        </a:rPr>
                        <a:t>0 mm</a:t>
                      </a:r>
                    </a:p>
                  </a:txBody>
                  <a:tcPr>
                    <a:solidFill>
                      <a:srgbClr val="E4F2F4"/>
                    </a:solidFill>
                  </a:tcPr>
                </a:tc>
              </a:tr>
              <a:tr h="457200">
                <a:tc>
                  <a:txBody>
                    <a:bodyPr/>
                    <a:lstStyle/>
                    <a:p>
                      <a:r>
                        <a:rPr sz="1300" b="0">
                          <a:solidFill>
                            <a:srgbClr val="2B3A44"/>
                          </a:solidFill>
                          <a:latin typeface="Calibri"/>
                        </a:rPr>
                        <a:t>0.1 m</a:t>
                      </a:r>
                    </a:p>
                  </a:txBody>
                  <a:tcPr>
                    <a:solidFill>
                      <a:srgbClr val="FFFFFF"/>
                    </a:solidFill>
                  </a:tcPr>
                </a:tc>
                <a:tc>
                  <a:txBody>
                    <a:bodyPr/>
                    <a:lstStyle/>
                    <a:p>
                      <a:r>
                        <a:rPr sz="1300" b="0">
                          <a:solidFill>
                            <a:srgbClr val="2B3A44"/>
                          </a:solidFill>
                          <a:latin typeface="Calibri"/>
                        </a:rPr>
                        <a:t>125.0 kg</a:t>
                      </a:r>
                    </a:p>
                  </a:txBody>
                  <a:tcPr>
                    <a:solidFill>
                      <a:srgbClr val="FFFFFF"/>
                    </a:solidFill>
                  </a:tcPr>
                </a:tc>
                <a:tc>
                  <a:txBody>
                    <a:bodyPr/>
                    <a:lstStyle/>
                    <a:p>
                      <a:r>
                        <a:rPr sz="1300" b="0">
                          <a:solidFill>
                            <a:srgbClr val="2B3A44"/>
                          </a:solidFill>
                          <a:latin typeface="Calibri"/>
                        </a:rPr>
                        <a:t>30 mm</a:t>
                      </a:r>
                    </a:p>
                  </a:txBody>
                  <a:tcPr>
                    <a:solidFill>
                      <a:srgbClr val="FFFFFF"/>
                    </a:solidFill>
                  </a:tcPr>
                </a:tc>
              </a:tr>
              <a:tr h="457200">
                <a:tc>
                  <a:txBody>
                    <a:bodyPr/>
                    <a:lstStyle/>
                    <a:p>
                      <a:r>
                        <a:rPr sz="1300" b="0">
                          <a:solidFill>
                            <a:srgbClr val="2B3A44"/>
                          </a:solidFill>
                          <a:latin typeface="Calibri"/>
                        </a:rPr>
                        <a:t>0.2 m</a:t>
                      </a:r>
                    </a:p>
                  </a:txBody>
                  <a:tcPr>
                    <a:solidFill>
                      <a:srgbClr val="E4F2F4"/>
                    </a:solidFill>
                  </a:tcPr>
                </a:tc>
                <a:tc>
                  <a:txBody>
                    <a:bodyPr/>
                    <a:lstStyle/>
                    <a:p>
                      <a:r>
                        <a:rPr sz="1300" b="0">
                          <a:solidFill>
                            <a:srgbClr val="2B3A44"/>
                          </a:solidFill>
                          <a:latin typeface="Calibri"/>
                        </a:rPr>
                        <a:t>115.9 kg</a:t>
                      </a:r>
                    </a:p>
                  </a:txBody>
                  <a:tcPr>
                    <a:solidFill>
                      <a:srgbClr val="E4F2F4"/>
                    </a:solidFill>
                  </a:tcPr>
                </a:tc>
                <a:tc>
                  <a:txBody>
                    <a:bodyPr/>
                    <a:lstStyle/>
                    <a:p>
                      <a:r>
                        <a:rPr sz="1300" b="0">
                          <a:solidFill>
                            <a:srgbClr val="2B3A44"/>
                          </a:solidFill>
                          <a:latin typeface="Calibri"/>
                        </a:rPr>
                        <a:t>48 mm</a:t>
                      </a:r>
                    </a:p>
                  </a:txBody>
                  <a:tcPr>
                    <a:solidFill>
                      <a:srgbClr val="E4F2F4"/>
                    </a:solidFill>
                  </a:tcPr>
                </a:tc>
              </a:tr>
              <a:tr h="457200">
                <a:tc>
                  <a:txBody>
                    <a:bodyPr/>
                    <a:lstStyle/>
                    <a:p>
                      <a:r>
                        <a:rPr sz="1300" b="0">
                          <a:solidFill>
                            <a:srgbClr val="2B3A44"/>
                          </a:solidFill>
                          <a:latin typeface="Calibri"/>
                        </a:rPr>
                        <a:t>0.3 m</a:t>
                      </a:r>
                    </a:p>
                  </a:txBody>
                  <a:tcPr>
                    <a:solidFill>
                      <a:srgbClr val="FFFFFF"/>
                    </a:solidFill>
                  </a:tcPr>
                </a:tc>
                <a:tc>
                  <a:txBody>
                    <a:bodyPr/>
                    <a:lstStyle/>
                    <a:p>
                      <a:r>
                        <a:rPr sz="1300" b="0">
                          <a:solidFill>
                            <a:srgbClr val="2B3A44"/>
                          </a:solidFill>
                          <a:latin typeface="Calibri"/>
                        </a:rPr>
                        <a:t>110.4 kg</a:t>
                      </a:r>
                    </a:p>
                  </a:txBody>
                  <a:tcPr>
                    <a:solidFill>
                      <a:srgbClr val="FFFFFF"/>
                    </a:solidFill>
                  </a:tcPr>
                </a:tc>
                <a:tc>
                  <a:txBody>
                    <a:bodyPr/>
                    <a:lstStyle/>
                    <a:p>
                      <a:r>
                        <a:rPr sz="1300" b="0">
                          <a:solidFill>
                            <a:srgbClr val="2B3A44"/>
                          </a:solidFill>
                          <a:latin typeface="Calibri"/>
                        </a:rPr>
                        <a:t>61 mm</a:t>
                      </a:r>
                    </a:p>
                  </a:txBody>
                  <a:tcPr>
                    <a:solidFill>
                      <a:srgbClr val="FFFFFF"/>
                    </a:solidFill>
                  </a:tcPr>
                </a:tc>
              </a:tr>
              <a:tr h="457200">
                <a:tc>
                  <a:txBody>
                    <a:bodyPr/>
                    <a:lstStyle/>
                    <a:p>
                      <a:r>
                        <a:rPr sz="1300" b="0">
                          <a:solidFill>
                            <a:srgbClr val="2B3A44"/>
                          </a:solidFill>
                          <a:latin typeface="Calibri"/>
                        </a:rPr>
                        <a:t>0.4 m</a:t>
                      </a:r>
                    </a:p>
                  </a:txBody>
                  <a:tcPr>
                    <a:solidFill>
                      <a:srgbClr val="E4F2F4"/>
                    </a:solidFill>
                  </a:tcPr>
                </a:tc>
                <a:tc>
                  <a:txBody>
                    <a:bodyPr/>
                    <a:lstStyle/>
                    <a:p>
                      <a:r>
                        <a:rPr sz="1300" b="0">
                          <a:solidFill>
                            <a:srgbClr val="2B3A44"/>
                          </a:solidFill>
                          <a:latin typeface="Calibri"/>
                        </a:rPr>
                        <a:t>105.2 kg</a:t>
                      </a:r>
                    </a:p>
                  </a:txBody>
                  <a:tcPr>
                    <a:solidFill>
                      <a:srgbClr val="E4F2F4"/>
                    </a:solidFill>
                  </a:tcPr>
                </a:tc>
                <a:tc>
                  <a:txBody>
                    <a:bodyPr/>
                    <a:lstStyle/>
                    <a:p>
                      <a:r>
                        <a:rPr sz="1300" b="0">
                          <a:solidFill>
                            <a:srgbClr val="2B3A44"/>
                          </a:solidFill>
                          <a:latin typeface="Calibri"/>
                        </a:rPr>
                        <a:t>65 mm</a:t>
                      </a:r>
                    </a:p>
                  </a:txBody>
                  <a:tcPr>
                    <a:solidFill>
                      <a:srgbClr val="E4F2F4"/>
                    </a:solidFill>
                  </a:tcPr>
                </a:tc>
              </a:tr>
            </a:tbl>
          </a:graphicData>
        </a:graphic>
      </p:graphicFrame>
      <p:sp>
        <p:nvSpPr>
          <p:cNvPr id="7" name="TextBox 6"/>
          <p:cNvSpPr txBox="1"/>
          <p:nvPr/>
        </p:nvSpPr>
        <p:spPr>
          <a:xfrm>
            <a:off x="8595360" y="4983480"/>
            <a:ext cx="3108960" cy="1463040"/>
          </a:xfrm>
          <a:prstGeom prst="rect">
            <a:avLst/>
          </a:prstGeom>
          <a:noFill/>
        </p:spPr>
        <p:txBody>
          <a:bodyPr wrap="square" anchor="t" lIns="0" rIns="0">
            <a:spAutoFit/>
          </a:bodyPr>
          <a:lstStyle/>
          <a:p>
            <a:pPr algn="l">
              <a:spcAft>
                <a:spcPts val="600"/>
              </a:spcAft>
            </a:pPr>
            <a:r>
              <a:rPr sz="1200" b="0" i="0">
                <a:solidFill>
                  <a:srgbClr val="5C6B75"/>
                </a:solidFill>
                <a:latin typeface="Calibri"/>
              </a:rPr>
              <a:t>Worst direction (towards a buoy). The CG offset is that of the whole cluster with the payload, before it tilts.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Cross-checks</a:t>
            </a:r>
          </a:p>
        </p:txBody>
      </p:sp>
      <p:sp>
        <p:nvSpPr>
          <p:cNvPr id="3" name="TextBox 2"/>
          <p:cNvSpPr txBox="1"/>
          <p:nvPr/>
        </p:nvSpPr>
        <p:spPr>
          <a:xfrm>
            <a:off x="548640" y="987552"/>
            <a:ext cx="11064240" cy="411480"/>
          </a:xfrm>
          <a:prstGeom prst="rect">
            <a:avLst/>
          </a:prstGeom>
          <a:noFill/>
        </p:spPr>
        <p:txBody>
          <a:bodyPr wrap="square" anchor="t" lIns="0" rIns="0">
            <a:spAutoFit/>
          </a:bodyPr>
          <a:lstStyle/>
          <a:p>
            <a:pPr algn="l">
              <a:spcAft>
                <a:spcPts val="600"/>
              </a:spcAft>
            </a:pPr>
            <a:r>
              <a:rPr sz="1600" b="0" i="0">
                <a:solidFill>
                  <a:srgbClr val="5C6B75"/>
                </a:solidFill>
                <a:latin typeface="Calibri"/>
              </a:rPr>
              <a:t>Capytaine against the record; FloatSim against the large-angle statics at small tilt</a:t>
            </a:r>
          </a:p>
        </p:txBody>
      </p:sp>
      <p:sp>
        <p:nvSpPr>
          <p:cNvPr id="4" name="Rounded Rectangle 3"/>
          <p:cNvSpPr/>
          <p:nvPr/>
        </p:nvSpPr>
        <p:spPr>
          <a:xfrm>
            <a:off x="548640" y="1645920"/>
            <a:ext cx="3291840" cy="17373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283464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74.08</a:t>
            </a:r>
          </a:p>
        </p:txBody>
      </p:sp>
      <p:sp>
        <p:nvSpPr>
          <p:cNvPr id="6" name="TextBox 5"/>
          <p:cNvSpPr txBox="1"/>
          <p:nvPr/>
        </p:nvSpPr>
        <p:spPr>
          <a:xfrm>
            <a:off x="777240" y="2450592"/>
            <a:ext cx="2834640" cy="868680"/>
          </a:xfrm>
          <a:prstGeom prst="rect">
            <a:avLst/>
          </a:prstGeom>
          <a:noFill/>
        </p:spPr>
        <p:txBody>
          <a:bodyPr wrap="square" anchor="t" lIns="0" rIns="0">
            <a:spAutoFit/>
          </a:bodyPr>
          <a:lstStyle/>
          <a:p>
            <a:pPr algn="l">
              <a:spcAft>
                <a:spcPts val="600"/>
              </a:spcAft>
            </a:pPr>
            <a:r>
              <a:rPr sz="1300" b="0" i="0">
                <a:solidFill>
                  <a:srgbClr val="2B3A44"/>
                </a:solidFill>
                <a:latin typeface="Calibri"/>
              </a:rPr>
              <a:t>N·m/rad: the buoy's pitch stiffness on the 96-panel mesh = the record (DESIGN-BASIS §C8)</a:t>
            </a:r>
          </a:p>
        </p:txBody>
      </p:sp>
      <p:sp>
        <p:nvSpPr>
          <p:cNvPr id="7" name="Rounded Rectangle 6"/>
          <p:cNvSpPr/>
          <p:nvPr/>
        </p:nvSpPr>
        <p:spPr>
          <a:xfrm>
            <a:off x="548640" y="3611880"/>
            <a:ext cx="3291840" cy="173736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749040"/>
            <a:ext cx="2834640" cy="685800"/>
          </a:xfrm>
          <a:prstGeom prst="rect">
            <a:avLst/>
          </a:prstGeom>
          <a:noFill/>
        </p:spPr>
        <p:txBody>
          <a:bodyPr wrap="square" anchor="t" lIns="0" rIns="0">
            <a:spAutoFit/>
          </a:bodyPr>
          <a:lstStyle/>
          <a:p>
            <a:pPr algn="l">
              <a:spcAft>
                <a:spcPts val="600"/>
              </a:spcAft>
            </a:pPr>
            <a:r>
              <a:rPr sz="3400" b="1" i="0">
                <a:solidFill>
                  <a:srgbClr val="5A8A2B"/>
                </a:solidFill>
                <a:latin typeface="Calibri"/>
              </a:rPr>
              <a:t>0.002°</a:t>
            </a:r>
          </a:p>
        </p:txBody>
      </p:sp>
      <p:sp>
        <p:nvSpPr>
          <p:cNvPr id="9" name="TextBox 8"/>
          <p:cNvSpPr txBox="1"/>
          <p:nvPr/>
        </p:nvSpPr>
        <p:spPr>
          <a:xfrm>
            <a:off x="777240" y="4416552"/>
            <a:ext cx="2834640" cy="868680"/>
          </a:xfrm>
          <a:prstGeom prst="rect">
            <a:avLst/>
          </a:prstGeom>
          <a:noFill/>
        </p:spPr>
        <p:txBody>
          <a:bodyPr wrap="square" anchor="t" lIns="0" rIns="0">
            <a:spAutoFit/>
          </a:bodyPr>
          <a:lstStyle/>
          <a:p>
            <a:pPr algn="l">
              <a:spcAft>
                <a:spcPts val="600"/>
              </a:spcAft>
            </a:pPr>
            <a:r>
              <a:rPr sz="1300" b="0" i="0">
                <a:solidFill>
                  <a:srgbClr val="2B3A44"/>
                </a:solidFill>
                <a:latin typeface="Calibri"/>
              </a:rPr>
              <a:t>largest tilt difference between FloatSim and the statics (2 kg at 0.2 m)</a:t>
            </a:r>
          </a:p>
        </p:txBody>
      </p:sp>
      <p:graphicFrame>
        <p:nvGraphicFramePr>
          <p:cNvPr id="10" name="Table 9"/>
          <p:cNvGraphicFramePr>
            <a:graphicFrameLocks noGrp="1"/>
          </p:cNvGraphicFramePr>
          <p:nvPr/>
        </p:nvGraphicFramePr>
        <p:xfrm>
          <a:off x="4206240" y="1645920"/>
          <a:ext cx="7406640" cy="2880360"/>
        </p:xfrm>
        <a:graphic>
          <a:graphicData uri="http://schemas.openxmlformats.org/drawingml/2006/table">
            <a:tbl>
              <a:tblPr firstRow="1" bandRow="1">
                <a:tableStyleId>{5C22544A-7EE6-4342-B048-85BDC9FD1C3A}</a:tableStyleId>
              </a:tblPr>
              <a:tblGrid>
                <a:gridCol w="1481328"/>
                <a:gridCol w="1481328"/>
                <a:gridCol w="1481328"/>
                <a:gridCol w="1481328"/>
                <a:gridCol w="1481328"/>
              </a:tblGrid>
              <a:tr h="411480">
                <a:tc>
                  <a:txBody>
                    <a:bodyPr/>
                    <a:lstStyle/>
                    <a:p>
                      <a:r>
                        <a:rPr sz="1300" b="1">
                          <a:solidFill>
                            <a:srgbClr val="FFFFFF"/>
                          </a:solidFill>
                          <a:latin typeface="Calibri"/>
                        </a:rPr>
                        <a:t>Payload</a:t>
                      </a:r>
                    </a:p>
                  </a:txBody>
                  <a:tcPr>
                    <a:solidFill>
                      <a:srgbClr val="0C8B96"/>
                    </a:solidFill>
                  </a:tcPr>
                </a:tc>
                <a:tc>
                  <a:txBody>
                    <a:bodyPr/>
                    <a:lstStyle/>
                    <a:p>
                      <a:r>
                        <a:rPr sz="1300" b="1">
                          <a:solidFill>
                            <a:srgbClr val="FFFFFF"/>
                          </a:solidFill>
                          <a:latin typeface="Calibri"/>
                        </a:rPr>
                        <a:t>Offset, direction</a:t>
                      </a:r>
                    </a:p>
                  </a:txBody>
                  <a:tcPr>
                    <a:solidFill>
                      <a:srgbClr val="0C8B96"/>
                    </a:solidFill>
                  </a:tcPr>
                </a:tc>
                <a:tc>
                  <a:txBody>
                    <a:bodyPr/>
                    <a:lstStyle/>
                    <a:p>
                      <a:r>
                        <a:rPr sz="1300" b="1">
                          <a:solidFill>
                            <a:srgbClr val="FFFFFF"/>
                          </a:solidFill>
                          <a:latin typeface="Calibri"/>
                        </a:rPr>
                        <a:t>FloatSim sinkage / tilt</a:t>
                      </a:r>
                    </a:p>
                  </a:txBody>
                  <a:tcPr>
                    <a:solidFill>
                      <a:srgbClr val="0C8B96"/>
                    </a:solidFill>
                  </a:tcPr>
                </a:tc>
                <a:tc>
                  <a:txBody>
                    <a:bodyPr/>
                    <a:lstStyle/>
                    <a:p>
                      <a:r>
                        <a:rPr sz="1300" b="1">
                          <a:solidFill>
                            <a:srgbClr val="FFFFFF"/>
                          </a:solidFill>
                          <a:latin typeface="Calibri"/>
                        </a:rPr>
                        <a:t>Statics sinkage / tilt</a:t>
                      </a:r>
                    </a:p>
                  </a:txBody>
                  <a:tcPr>
                    <a:solidFill>
                      <a:srgbClr val="0C8B96"/>
                    </a:solidFill>
                  </a:tcPr>
                </a:tc>
                <a:tc>
                  <a:txBody>
                    <a:bodyPr/>
                    <a:lstStyle/>
                    <a:p>
                      <a:r>
                        <a:rPr sz="1300" b="1">
                          <a:solidFill>
                            <a:srgbClr val="FFFFFF"/>
                          </a:solidFill>
                          <a:latin typeface="Calibri"/>
                        </a:rPr>
                        <a:t>Agree</a:t>
                      </a:r>
                    </a:p>
                  </a:txBody>
                  <a:tcPr>
                    <a:solidFill>
                      <a:srgbClr val="0C8B96"/>
                    </a:solidFill>
                  </a:tcPr>
                </a:tc>
              </a:tr>
              <a:tr h="411480">
                <a:tc>
                  <a:txBody>
                    <a:bodyPr/>
                    <a:lstStyle/>
                    <a:p>
                      <a:r>
                        <a:rPr sz="1300" b="0">
                          <a:solidFill>
                            <a:srgbClr val="2B3A44"/>
                          </a:solidFill>
                          <a:latin typeface="Calibri"/>
                        </a:rPr>
                        <a:t>2 kg</a:t>
                      </a:r>
                    </a:p>
                  </a:txBody>
                  <a:tcPr>
                    <a:solidFill>
                      <a:srgbClr val="E4F2F4"/>
                    </a:solidFill>
                  </a:tcPr>
                </a:tc>
                <a:tc>
                  <a:txBody>
                    <a:bodyPr/>
                    <a:lstStyle/>
                    <a:p>
                      <a:r>
                        <a:rPr sz="1300" b="0">
                          <a:solidFill>
                            <a:srgbClr val="2B3A44"/>
                          </a:solidFill>
                          <a:latin typeface="Calibri"/>
                        </a:rPr>
                        <a:t>0.00 m, 0°</a:t>
                      </a:r>
                    </a:p>
                  </a:txBody>
                  <a:tcPr>
                    <a:solidFill>
                      <a:srgbClr val="E4F2F4"/>
                    </a:solidFill>
                  </a:tcPr>
                </a:tc>
                <a:tc>
                  <a:txBody>
                    <a:bodyPr/>
                    <a:lstStyle/>
                    <a:p>
                      <a:r>
                        <a:rPr sz="1300" b="0">
                          <a:solidFill>
                            <a:srgbClr val="2B3A44"/>
                          </a:solidFill>
                          <a:latin typeface="Calibri"/>
                        </a:rPr>
                        <a:t>52.6 mm / 0.000°</a:t>
                      </a:r>
                    </a:p>
                  </a:txBody>
                  <a:tcPr>
                    <a:solidFill>
                      <a:srgbClr val="E4F2F4"/>
                    </a:solidFill>
                  </a:tcPr>
                </a:tc>
                <a:tc>
                  <a:txBody>
                    <a:bodyPr/>
                    <a:lstStyle/>
                    <a:p>
                      <a:r>
                        <a:rPr sz="1300" b="0">
                          <a:solidFill>
                            <a:srgbClr val="2B3A44"/>
                          </a:solidFill>
                          <a:latin typeface="Calibri"/>
                        </a:rPr>
                        <a:t>52.6 mm / 0.000°</a:t>
                      </a:r>
                    </a:p>
                  </a:txBody>
                  <a:tcPr>
                    <a:solidFill>
                      <a:srgbClr val="E4F2F4"/>
                    </a:solidFill>
                  </a:tcPr>
                </a:tc>
                <a:tc>
                  <a:txBody>
                    <a:bodyPr/>
                    <a:lstStyle/>
                    <a:p>
                      <a:r>
                        <a:rPr sz="1300" b="0">
                          <a:solidFill>
                            <a:srgbClr val="2B3A44"/>
                          </a:solidFill>
                          <a:latin typeface="Calibri"/>
                        </a:rPr>
                        <a:t>yes</a:t>
                      </a:r>
                    </a:p>
                  </a:txBody>
                  <a:tcPr>
                    <a:solidFill>
                      <a:srgbClr val="E4F2F4"/>
                    </a:solidFill>
                  </a:tcPr>
                </a:tc>
              </a:tr>
              <a:tr h="411480">
                <a:tc>
                  <a:txBody>
                    <a:bodyPr/>
                    <a:lstStyle/>
                    <a:p>
                      <a:r>
                        <a:rPr sz="1300" b="0">
                          <a:solidFill>
                            <a:srgbClr val="2B3A44"/>
                          </a:solidFill>
                          <a:latin typeface="Calibri"/>
                        </a:rPr>
                        <a:t>10 kg</a:t>
                      </a:r>
                    </a:p>
                  </a:txBody>
                  <a:tcPr>
                    <a:solidFill>
                      <a:srgbClr val="FFFFFF"/>
                    </a:solidFill>
                  </a:tcPr>
                </a:tc>
                <a:tc>
                  <a:txBody>
                    <a:bodyPr/>
                    <a:lstStyle/>
                    <a:p>
                      <a:r>
                        <a:rPr sz="1300" b="0">
                          <a:solidFill>
                            <a:srgbClr val="2B3A44"/>
                          </a:solidFill>
                          <a:latin typeface="Calibri"/>
                        </a:rPr>
                        <a:t>0.00 m, 0°</a:t>
                      </a:r>
                    </a:p>
                  </a:txBody>
                  <a:tcPr>
                    <a:solidFill>
                      <a:srgbClr val="FFFFFF"/>
                    </a:solidFill>
                  </a:tcPr>
                </a:tc>
                <a:tc>
                  <a:txBody>
                    <a:bodyPr/>
                    <a:lstStyle/>
                    <a:p>
                      <a:r>
                        <a:rPr sz="1300" b="0">
                          <a:solidFill>
                            <a:srgbClr val="2B3A44"/>
                          </a:solidFill>
                          <a:latin typeface="Calibri"/>
                        </a:rPr>
                        <a:t>157.9 mm / 0.000°</a:t>
                      </a:r>
                    </a:p>
                  </a:txBody>
                  <a:tcPr>
                    <a:solidFill>
                      <a:srgbClr val="FFFFFF"/>
                    </a:solidFill>
                  </a:tcPr>
                </a:tc>
                <a:tc>
                  <a:txBody>
                    <a:bodyPr/>
                    <a:lstStyle/>
                    <a:p>
                      <a:r>
                        <a:rPr sz="1300" b="0">
                          <a:solidFill>
                            <a:srgbClr val="2B3A44"/>
                          </a:solidFill>
                          <a:latin typeface="Calibri"/>
                        </a:rPr>
                        <a:t>157.9 mm / 0.000°</a:t>
                      </a:r>
                    </a:p>
                  </a:txBody>
                  <a:tcPr>
                    <a:solidFill>
                      <a:srgbClr val="FFFFFF"/>
                    </a:solidFill>
                  </a:tcPr>
                </a:tc>
                <a:tc>
                  <a:txBody>
                    <a:bodyPr/>
                    <a:lstStyle/>
                    <a:p>
                      <a:r>
                        <a:rPr sz="1300" b="0">
                          <a:solidFill>
                            <a:srgbClr val="2B3A44"/>
                          </a:solidFill>
                          <a:latin typeface="Calibri"/>
                        </a:rPr>
                        <a:t>yes</a:t>
                      </a:r>
                    </a:p>
                  </a:txBody>
                  <a:tcPr>
                    <a:solidFill>
                      <a:srgbClr val="FFFFFF"/>
                    </a:solidFill>
                  </a:tcPr>
                </a:tc>
              </a:tr>
              <a:tr h="411480">
                <a:tc>
                  <a:txBody>
                    <a:bodyPr/>
                    <a:lstStyle/>
                    <a:p>
                      <a:r>
                        <a:rPr sz="1300" b="0">
                          <a:solidFill>
                            <a:srgbClr val="2B3A44"/>
                          </a:solidFill>
                          <a:latin typeface="Calibri"/>
                        </a:rPr>
                        <a:t>1 kg</a:t>
                      </a:r>
                    </a:p>
                  </a:txBody>
                  <a:tcPr>
                    <a:solidFill>
                      <a:srgbClr val="E4F2F4"/>
                    </a:solidFill>
                  </a:tcPr>
                </a:tc>
                <a:tc>
                  <a:txBody>
                    <a:bodyPr/>
                    <a:lstStyle/>
                    <a:p>
                      <a:r>
                        <a:rPr sz="1300" b="0">
                          <a:solidFill>
                            <a:srgbClr val="2B3A44"/>
                          </a:solidFill>
                          <a:latin typeface="Calibri"/>
                        </a:rPr>
                        <a:t>0.10 m, 0°</a:t>
                      </a:r>
                    </a:p>
                  </a:txBody>
                  <a:tcPr>
                    <a:solidFill>
                      <a:srgbClr val="E4F2F4"/>
                    </a:solidFill>
                  </a:tcPr>
                </a:tc>
                <a:tc>
                  <a:txBody>
                    <a:bodyPr/>
                    <a:lstStyle/>
                    <a:p>
                      <a:r>
                        <a:rPr sz="1300" b="0">
                          <a:solidFill>
                            <a:srgbClr val="2B3A44"/>
                          </a:solidFill>
                          <a:latin typeface="Calibri"/>
                        </a:rPr>
                        <a:t>39.5 mm / 0.869°</a:t>
                      </a:r>
                    </a:p>
                  </a:txBody>
                  <a:tcPr>
                    <a:solidFill>
                      <a:srgbClr val="E4F2F4"/>
                    </a:solidFill>
                  </a:tcPr>
                </a:tc>
                <a:tc>
                  <a:txBody>
                    <a:bodyPr/>
                    <a:lstStyle/>
                    <a:p>
                      <a:r>
                        <a:rPr sz="1300" b="0">
                          <a:solidFill>
                            <a:srgbClr val="2B3A44"/>
                          </a:solidFill>
                          <a:latin typeface="Calibri"/>
                        </a:rPr>
                        <a:t>39.5 mm / 0.869°</a:t>
                      </a:r>
                    </a:p>
                  </a:txBody>
                  <a:tcPr>
                    <a:solidFill>
                      <a:srgbClr val="E4F2F4"/>
                    </a:solidFill>
                  </a:tcPr>
                </a:tc>
                <a:tc>
                  <a:txBody>
                    <a:bodyPr/>
                    <a:lstStyle/>
                    <a:p>
                      <a:r>
                        <a:rPr sz="1300" b="0">
                          <a:solidFill>
                            <a:srgbClr val="2B3A44"/>
                          </a:solidFill>
                          <a:latin typeface="Calibri"/>
                        </a:rPr>
                        <a:t>yes</a:t>
                      </a:r>
                    </a:p>
                  </a:txBody>
                  <a:tcPr>
                    <a:solidFill>
                      <a:srgbClr val="E4F2F4"/>
                    </a:solidFill>
                  </a:tcPr>
                </a:tc>
              </a:tr>
              <a:tr h="411480">
                <a:tc>
                  <a:txBody>
                    <a:bodyPr/>
                    <a:lstStyle/>
                    <a:p>
                      <a:r>
                        <a:rPr sz="1300" b="0">
                          <a:solidFill>
                            <a:srgbClr val="2B3A44"/>
                          </a:solidFill>
                          <a:latin typeface="Calibri"/>
                        </a:rPr>
                        <a:t>1 kg</a:t>
                      </a:r>
                    </a:p>
                  </a:txBody>
                  <a:tcPr>
                    <a:solidFill>
                      <a:srgbClr val="FFFFFF"/>
                    </a:solidFill>
                  </a:tcPr>
                </a:tc>
                <a:tc>
                  <a:txBody>
                    <a:bodyPr/>
                    <a:lstStyle/>
                    <a:p>
                      <a:r>
                        <a:rPr sz="1300" b="0">
                          <a:solidFill>
                            <a:srgbClr val="2B3A44"/>
                          </a:solidFill>
                          <a:latin typeface="Calibri"/>
                        </a:rPr>
                        <a:t>0.10 m, 45°</a:t>
                      </a:r>
                    </a:p>
                  </a:txBody>
                  <a:tcPr>
                    <a:solidFill>
                      <a:srgbClr val="FFFFFF"/>
                    </a:solidFill>
                  </a:tcPr>
                </a:tc>
                <a:tc>
                  <a:txBody>
                    <a:bodyPr/>
                    <a:lstStyle/>
                    <a:p>
                      <a:r>
                        <a:rPr sz="1300" b="0">
                          <a:solidFill>
                            <a:srgbClr val="2B3A44"/>
                          </a:solidFill>
                          <a:latin typeface="Calibri"/>
                        </a:rPr>
                        <a:t>39.5 mm / 0.869°</a:t>
                      </a:r>
                    </a:p>
                  </a:txBody>
                  <a:tcPr>
                    <a:solidFill>
                      <a:srgbClr val="FFFFFF"/>
                    </a:solidFill>
                  </a:tcPr>
                </a:tc>
                <a:tc>
                  <a:txBody>
                    <a:bodyPr/>
                    <a:lstStyle/>
                    <a:p>
                      <a:r>
                        <a:rPr sz="1300" b="0">
                          <a:solidFill>
                            <a:srgbClr val="2B3A44"/>
                          </a:solidFill>
                          <a:latin typeface="Calibri"/>
                        </a:rPr>
                        <a:t>39.5 mm / 0.869°</a:t>
                      </a:r>
                    </a:p>
                  </a:txBody>
                  <a:tcPr>
                    <a:solidFill>
                      <a:srgbClr val="FFFFFF"/>
                    </a:solidFill>
                  </a:tcPr>
                </a:tc>
                <a:tc>
                  <a:txBody>
                    <a:bodyPr/>
                    <a:lstStyle/>
                    <a:p>
                      <a:r>
                        <a:rPr sz="1300" b="0">
                          <a:solidFill>
                            <a:srgbClr val="2B3A44"/>
                          </a:solidFill>
                          <a:latin typeface="Calibri"/>
                        </a:rPr>
                        <a:t>yes</a:t>
                      </a:r>
                    </a:p>
                  </a:txBody>
                  <a:tcPr>
                    <a:solidFill>
                      <a:srgbClr val="FFFFFF"/>
                    </a:solidFill>
                  </a:tcPr>
                </a:tc>
              </a:tr>
              <a:tr h="411480">
                <a:tc>
                  <a:txBody>
                    <a:bodyPr/>
                    <a:lstStyle/>
                    <a:p>
                      <a:r>
                        <a:rPr sz="1300" b="0">
                          <a:solidFill>
                            <a:srgbClr val="2B3A44"/>
                          </a:solidFill>
                          <a:latin typeface="Calibri"/>
                        </a:rPr>
                        <a:t>2 kg</a:t>
                      </a:r>
                    </a:p>
                  </a:txBody>
                  <a:tcPr>
                    <a:solidFill>
                      <a:srgbClr val="E4F2F4"/>
                    </a:solidFill>
                  </a:tcPr>
                </a:tc>
                <a:tc>
                  <a:txBody>
                    <a:bodyPr/>
                    <a:lstStyle/>
                    <a:p>
                      <a:r>
                        <a:rPr sz="1300" b="0">
                          <a:solidFill>
                            <a:srgbClr val="2B3A44"/>
                          </a:solidFill>
                          <a:latin typeface="Calibri"/>
                        </a:rPr>
                        <a:t>0.20 m, 0°</a:t>
                      </a:r>
                    </a:p>
                  </a:txBody>
                  <a:tcPr>
                    <a:solidFill>
                      <a:srgbClr val="E4F2F4"/>
                    </a:solidFill>
                  </a:tcPr>
                </a:tc>
                <a:tc>
                  <a:txBody>
                    <a:bodyPr/>
                    <a:lstStyle/>
                    <a:p>
                      <a:r>
                        <a:rPr sz="1300" b="0">
                          <a:solidFill>
                            <a:srgbClr val="2B3A44"/>
                          </a:solidFill>
                          <a:latin typeface="Calibri"/>
                        </a:rPr>
                        <a:t>52.6 mm / 3.475°</a:t>
                      </a:r>
                    </a:p>
                  </a:txBody>
                  <a:tcPr>
                    <a:solidFill>
                      <a:srgbClr val="E4F2F4"/>
                    </a:solidFill>
                  </a:tcPr>
                </a:tc>
                <a:tc>
                  <a:txBody>
                    <a:bodyPr/>
                    <a:lstStyle/>
                    <a:p>
                      <a:r>
                        <a:rPr sz="1300" b="0">
                          <a:solidFill>
                            <a:srgbClr val="2B3A44"/>
                          </a:solidFill>
                          <a:latin typeface="Calibri"/>
                        </a:rPr>
                        <a:t>52.6 mm / 3.477°</a:t>
                      </a:r>
                    </a:p>
                  </a:txBody>
                  <a:tcPr>
                    <a:solidFill>
                      <a:srgbClr val="E4F2F4"/>
                    </a:solidFill>
                  </a:tcPr>
                </a:tc>
                <a:tc>
                  <a:txBody>
                    <a:bodyPr/>
                    <a:lstStyle/>
                    <a:p>
                      <a:r>
                        <a:rPr sz="1300" b="0">
                          <a:solidFill>
                            <a:srgbClr val="2B3A44"/>
                          </a:solidFill>
                          <a:latin typeface="Calibri"/>
                        </a:rPr>
                        <a:t>yes</a:t>
                      </a:r>
                    </a:p>
                  </a:txBody>
                  <a:tcPr>
                    <a:solidFill>
                      <a:srgbClr val="E4F2F4"/>
                    </a:solidFill>
                  </a:tcPr>
                </a:tc>
              </a:tr>
              <a:tr h="411480">
                <a:tc>
                  <a:txBody>
                    <a:bodyPr/>
                    <a:lstStyle/>
                    <a:p>
                      <a:r>
                        <a:rPr sz="1300" b="0">
                          <a:solidFill>
                            <a:srgbClr val="2B3A44"/>
                          </a:solidFill>
                          <a:latin typeface="Calibri"/>
                        </a:rPr>
                        <a:t>2 kg</a:t>
                      </a:r>
                    </a:p>
                  </a:txBody>
                  <a:tcPr>
                    <a:solidFill>
                      <a:srgbClr val="FFFFFF"/>
                    </a:solidFill>
                  </a:tcPr>
                </a:tc>
                <a:tc>
                  <a:txBody>
                    <a:bodyPr/>
                    <a:lstStyle/>
                    <a:p>
                      <a:r>
                        <a:rPr sz="1300" b="0">
                          <a:solidFill>
                            <a:srgbClr val="2B3A44"/>
                          </a:solidFill>
                          <a:latin typeface="Calibri"/>
                        </a:rPr>
                        <a:t>0.20 m, 30°</a:t>
                      </a:r>
                    </a:p>
                  </a:txBody>
                  <a:tcPr>
                    <a:solidFill>
                      <a:srgbClr val="FFFFFF"/>
                    </a:solidFill>
                  </a:tcPr>
                </a:tc>
                <a:tc>
                  <a:txBody>
                    <a:bodyPr/>
                    <a:lstStyle/>
                    <a:p>
                      <a:r>
                        <a:rPr sz="1300" b="0">
                          <a:solidFill>
                            <a:srgbClr val="2B3A44"/>
                          </a:solidFill>
                          <a:latin typeface="Calibri"/>
                        </a:rPr>
                        <a:t>52.6 mm / 3.475°</a:t>
                      </a:r>
                    </a:p>
                  </a:txBody>
                  <a:tcPr>
                    <a:solidFill>
                      <a:srgbClr val="FFFFFF"/>
                    </a:solidFill>
                  </a:tcPr>
                </a:tc>
                <a:tc>
                  <a:txBody>
                    <a:bodyPr/>
                    <a:lstStyle/>
                    <a:p>
                      <a:r>
                        <a:rPr sz="1300" b="0">
                          <a:solidFill>
                            <a:srgbClr val="2B3A44"/>
                          </a:solidFill>
                          <a:latin typeface="Calibri"/>
                        </a:rPr>
                        <a:t>52.6 mm / 3.477°</a:t>
                      </a:r>
                    </a:p>
                  </a:txBody>
                  <a:tcPr>
                    <a:solidFill>
                      <a:srgbClr val="FFFFFF"/>
                    </a:solidFill>
                  </a:tcPr>
                </a:tc>
                <a:tc>
                  <a:txBody>
                    <a:bodyPr/>
                    <a:lstStyle/>
                    <a:p>
                      <a:r>
                        <a:rPr sz="1300" b="0">
                          <a:solidFill>
                            <a:srgbClr val="2B3A44"/>
                          </a:solidFill>
                          <a:latin typeface="Calibri"/>
                        </a:rPr>
                        <a:t>yes</a:t>
                      </a:r>
                    </a:p>
                  </a:txBody>
                  <a:tcPr>
                    <a:solidFill>
                      <a:srgbClr val="FFFFFF"/>
                    </a:solidFill>
                  </a:tcPr>
                </a:tc>
              </a:tr>
            </a:tbl>
          </a:graphicData>
        </a:graphic>
      </p:graphicFrame>
      <p:sp>
        <p:nvSpPr>
          <p:cNvPr id="11" name="TextBox 10"/>
          <p:cNvSpPr txBox="1"/>
          <p:nvPr/>
        </p:nvSpPr>
        <p:spPr>
          <a:xfrm>
            <a:off x="4206240" y="4663440"/>
            <a:ext cx="7406640" cy="914400"/>
          </a:xfrm>
          <a:prstGeom prst="rect">
            <a:avLst/>
          </a:prstGeom>
          <a:noFill/>
        </p:spPr>
        <p:txBody>
          <a:bodyPr wrap="square" anchor="t" lIns="0" rIns="0">
            <a:spAutoFit/>
          </a:bodyPr>
          <a:lstStyle/>
          <a:p>
            <a:pPr algn="l">
              <a:spcAft>
                <a:spcPts val="600"/>
              </a:spcAft>
            </a:pPr>
            <a:r>
              <a:rPr sz="1200" b="0" i="0">
                <a:solidFill>
                  <a:srgbClr val="5C6B75"/>
                </a:solidFill>
                <a:latin typeface="Calibri"/>
              </a:rPr>
              <a:t>Both on the same 12-panel hydrostatics; sinkage is measured from the unloaded draft and includes the hub's 2 kg.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685800"/>
          </a:xfrm>
          <a:prstGeom prst="rect">
            <a:avLst/>
          </a:prstGeom>
          <a:noFill/>
        </p:spPr>
        <p:txBody>
          <a:bodyPr wrap="square" anchor="t" lIns="0" rIns="0">
            <a:spAutoFit/>
          </a:bodyPr>
          <a:lstStyle/>
          <a:p>
            <a:pPr algn="l">
              <a:spcAft>
                <a:spcPts val="600"/>
              </a:spcAft>
            </a:pPr>
            <a:r>
              <a:rPr sz="3200" b="1" i="0">
                <a:solidFill>
                  <a:srgbClr val="14232E"/>
                </a:solidFill>
                <a:latin typeface="Calibri"/>
              </a:rPr>
              <a:t>What it means for loading the cluster</a:t>
            </a:r>
          </a:p>
        </p:txBody>
      </p:sp>
      <p:sp>
        <p:nvSpPr>
          <p:cNvPr id="3" name="Rounded Rectangle 2"/>
          <p:cNvSpPr/>
          <p:nvPr/>
        </p:nvSpPr>
        <p:spPr>
          <a:xfrm>
            <a:off x="548640" y="1371600"/>
            <a:ext cx="5440680" cy="3931920"/>
          </a:xfrm>
          <a:prstGeom prst="roundRect">
            <a:avLst>
              <a:gd name="adj" fmla="val 6000"/>
            </a:avLst>
          </a:prstGeom>
          <a:solidFill>
            <a:srgbClr val="E4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54480"/>
            <a:ext cx="5029200" cy="457200"/>
          </a:xfrm>
          <a:prstGeom prst="rect">
            <a:avLst/>
          </a:prstGeom>
          <a:noFill/>
        </p:spPr>
        <p:txBody>
          <a:bodyPr wrap="square" anchor="t" lIns="0" rIns="0">
            <a:spAutoFit/>
          </a:bodyPr>
          <a:lstStyle/>
          <a:p>
            <a:pPr algn="l">
              <a:spcAft>
                <a:spcPts val="600"/>
              </a:spcAft>
            </a:pPr>
            <a:r>
              <a:rPr sz="2000" b="1" i="0">
                <a:solidFill>
                  <a:srgbClr val="0C8B96"/>
                </a:solidFill>
                <a:latin typeface="Calibri"/>
              </a:rPr>
              <a:t>Guidance</a:t>
            </a:r>
          </a:p>
        </p:txBody>
      </p:sp>
      <p:sp>
        <p:nvSpPr>
          <p:cNvPr id="5" name="TextBox 4"/>
          <p:cNvSpPr txBox="1"/>
          <p:nvPr/>
        </p:nvSpPr>
        <p:spPr>
          <a:xfrm>
            <a:off x="777240" y="2103120"/>
            <a:ext cx="5029200" cy="4114800"/>
          </a:xfrm>
          <a:prstGeom prst="rect">
            <a:avLst/>
          </a:prstGeom>
          <a:noFill/>
        </p:spPr>
        <p:txBody>
          <a:bodyPr wrap="square" anchor="t" lIns="0" rIns="0">
            <a:spAutoFit/>
          </a:bodyPr>
          <a:lstStyle/>
          <a:p>
            <a:pPr algn="l">
              <a:spcAft>
                <a:spcPts val="1000"/>
              </a:spcAft>
            </a:pPr>
            <a:r>
              <a:rPr sz="1500" b="1" i="0">
                <a:solidFill>
                  <a:srgbClr val="2B3A44"/>
                </a:solidFill>
                <a:latin typeface="Calibri"/>
              </a:rPr>
              <a:t>Keep the mass central. </a:t>
            </a:r>
            <a:r>
              <a:rPr sz="1500" b="0" i="0">
                <a:solidFill>
                  <a:srgbClr val="2B3A44"/>
                </a:solidFill>
                <a:latin typeface="Calibri"/>
              </a:rPr>
              <a:t>Centred, the cluster carries 54.7 kg before its pins are awash; it only sinks, 12.6 mm per kg.</a:t>
            </a:r>
          </a:p>
          <a:p>
            <a:pPr algn="l">
              <a:spcAft>
                <a:spcPts val="1000"/>
              </a:spcAft>
            </a:pPr>
            <a:r>
              <a:rPr sz="1500" b="1" i="0">
                <a:solidFill>
                  <a:srgbClr val="2B3A44"/>
                </a:solidFill>
                <a:latin typeface="Calibri"/>
              </a:rPr>
              <a:t>Plan off-centre loads by hub tilt. </a:t>
            </a:r>
            <a:r>
              <a:rPr sz="1500" b="0" i="0">
                <a:solidFill>
                  <a:srgbClr val="2B3A44"/>
                </a:solidFill>
                <a:latin typeface="Calibri"/>
              </a:rPr>
              <a:t>5° ↔ 0.6 kg·m, 10° ↔ 1.2 kg·m, in every direction.</a:t>
            </a:r>
          </a:p>
          <a:p>
            <a:pPr algn="l">
              <a:spcAft>
                <a:spcPts val="1000"/>
              </a:spcAft>
            </a:pPr>
            <a:r>
              <a:rPr sz="1500" b="1" i="0">
                <a:solidFill>
                  <a:srgbClr val="2B3A44"/>
                </a:solidFill>
                <a:latin typeface="Calibri"/>
              </a:rPr>
              <a:t>Worst direction: </a:t>
            </a:r>
            <a:r>
              <a:rPr sz="1500" b="0" i="0">
                <a:solidFill>
                  <a:srgbClr val="2B3A44"/>
                </a:solidFill>
                <a:latin typeface="Calibri"/>
              </a:rPr>
              <a:t>towards a buoy, by up to 15 % on the limit.</a:t>
            </a:r>
          </a:p>
          <a:p>
            <a:pPr algn="l">
              <a:spcAft>
                <a:spcPts val="1000"/>
              </a:spcAft>
            </a:pPr>
            <a:r>
              <a:rPr sz="1500" b="1" i="0">
                <a:solidFill>
                  <a:srgbClr val="2B3A44"/>
                </a:solidFill>
                <a:latin typeface="Calibri"/>
              </a:rPr>
              <a:t>Don't rely on the limits for operation: </a:t>
            </a:r>
            <a:r>
              <a:rPr sz="1500" b="0" i="0">
                <a:solidFill>
                  <a:srgbClr val="2B3A44"/>
                </a:solidFill>
                <a:latin typeface="Calibri"/>
              </a:rPr>
              <a:t>they come at 30–85° of hub tilt, where payload retention, the gimbals and buoy contact govern.</a:t>
            </a:r>
          </a:p>
        </p:txBody>
      </p:sp>
      <p:sp>
        <p:nvSpPr>
          <p:cNvPr id="6" name="Rounded Rectangle 5"/>
          <p:cNvSpPr/>
          <p:nvPr/>
        </p:nvSpPr>
        <p:spPr>
          <a:xfrm>
            <a:off x="6217920" y="1371600"/>
            <a:ext cx="5440680" cy="3931920"/>
          </a:xfrm>
          <a:prstGeom prst="roundRect">
            <a:avLst>
              <a:gd name="adj" fmla="val 6000"/>
            </a:avLst>
          </a:prstGeom>
          <a:solidFill>
            <a:srgbClr val="F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554480"/>
            <a:ext cx="5029200" cy="457200"/>
          </a:xfrm>
          <a:prstGeom prst="rect">
            <a:avLst/>
          </a:prstGeom>
          <a:noFill/>
        </p:spPr>
        <p:txBody>
          <a:bodyPr wrap="square" anchor="t" lIns="0" rIns="0">
            <a:spAutoFit/>
          </a:bodyPr>
          <a:lstStyle/>
          <a:p>
            <a:pPr algn="l">
              <a:spcAft>
                <a:spcPts val="600"/>
              </a:spcAft>
            </a:pPr>
            <a:r>
              <a:rPr sz="2000" b="1" i="0">
                <a:solidFill>
                  <a:srgbClr val="B2432C"/>
                </a:solidFill>
                <a:latin typeface="Calibri"/>
              </a:rPr>
              <a:t>Not included</a:t>
            </a:r>
          </a:p>
        </p:txBody>
      </p:sp>
      <p:sp>
        <p:nvSpPr>
          <p:cNvPr id="8" name="TextBox 7"/>
          <p:cNvSpPr txBox="1"/>
          <p:nvPr/>
        </p:nvSpPr>
        <p:spPr>
          <a:xfrm>
            <a:off x="6446520" y="2103120"/>
            <a:ext cx="5029200" cy="4114800"/>
          </a:xfrm>
          <a:prstGeom prst="rect">
            <a:avLst/>
          </a:prstGeom>
          <a:noFill/>
        </p:spPr>
        <p:txBody>
          <a:bodyPr wrap="square" anchor="t" lIns="0" rIns="0">
            <a:spAutoFit/>
          </a:bodyPr>
          <a:lstStyle/>
          <a:p>
            <a:pPr algn="l">
              <a:spcAft>
                <a:spcPts val="1000"/>
              </a:spcAft>
            </a:pPr>
            <a:r>
              <a:rPr sz="1500" b="1" i="0">
                <a:solidFill>
                  <a:srgbClr val="2B3A44"/>
                </a:solidFill>
                <a:latin typeface="Calibri"/>
              </a:rPr>
              <a:t>Waves and dynamics: </a:t>
            </a:r>
            <a:r>
              <a:rPr sz="1500" b="0" i="0">
                <a:solidFill>
                  <a:srgbClr val="2B3A44"/>
                </a:solidFill>
                <a:latin typeface="Calibri"/>
              </a:rPr>
              <a:t>this is calm-water statics; waves reduce the margins.</a:t>
            </a:r>
          </a:p>
          <a:p>
            <a:pPr algn="l">
              <a:spcAft>
                <a:spcPts val="1000"/>
              </a:spcAft>
            </a:pPr>
            <a:r>
              <a:rPr sz="1500" b="1" i="0">
                <a:solidFill>
                  <a:srgbClr val="2B3A44"/>
                </a:solidFill>
                <a:latin typeface="Calibri"/>
              </a:rPr>
              <a:t>The mooring: </a:t>
            </a:r>
            <a:r>
              <a:rPr sz="1500" b="0" i="0">
                <a:solidFill>
                  <a:srgbClr val="2B3A44"/>
                </a:solidFill>
                <a:latin typeface="Calibri"/>
              </a:rPr>
              <a:t>free-floating; the moored cluster's 1° pretension lean is not included.</a:t>
            </a:r>
          </a:p>
          <a:p>
            <a:pPr algn="l">
              <a:spcAft>
                <a:spcPts val="1000"/>
              </a:spcAft>
            </a:pPr>
            <a:r>
              <a:rPr sz="1500" b="1" i="0">
                <a:solidFill>
                  <a:srgbClr val="2B3A44"/>
                </a:solidFill>
                <a:latin typeface="Calibri"/>
              </a:rPr>
              <a:t>A raised payload: </a:t>
            </a:r>
            <a:r>
              <a:rPr sz="1500" b="0" i="0">
                <a:solidFill>
                  <a:srgbClr val="2B3A44"/>
                </a:solidFill>
                <a:latin typeface="Calibri"/>
              </a:rPr>
              <a:t>a mass above the pin plane adds a tipping moment to the hub; needs a new run.</a:t>
            </a:r>
          </a:p>
          <a:p>
            <a:pPr algn="l">
              <a:spcAft>
                <a:spcPts val="1000"/>
              </a:spcAft>
            </a:pPr>
            <a:r>
              <a:rPr sz="1500" b="1" i="0">
                <a:solidFill>
                  <a:srgbClr val="2B3A44"/>
                </a:solidFill>
                <a:latin typeface="Calibri"/>
              </a:rPr>
              <a:t>Hardware: </a:t>
            </a:r>
            <a:r>
              <a:rPr sz="1500" b="0" i="0">
                <a:solidFill>
                  <a:srgbClr val="2B3A44"/>
                </a:solidFill>
                <a:latin typeface="Calibri"/>
              </a:rPr>
              <a:t>gimbal travel, payload retention and hub buoyancy are not modelled; buoy contact is only flagged.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32E"/>
        </a:solidFill>
        <a:effectLst/>
      </p:bgPr>
    </p:bg>
    <p:spTree>
      <p:nvGrpSpPr>
        <p:cNvPr id="1" name=""/>
        <p:cNvGrpSpPr/>
        <p:nvPr/>
      </p:nvGrpSpPr>
      <p:grpSpPr/>
      <p:sp>
        <p:nvSpPr>
          <p:cNvPr id="2" name="TextBox 1"/>
          <p:cNvSpPr txBox="1"/>
          <p:nvPr/>
        </p:nvSpPr>
        <p:spPr>
          <a:xfrm>
            <a:off x="731520" y="1097280"/>
            <a:ext cx="10515600" cy="457200"/>
          </a:xfrm>
          <a:prstGeom prst="rect">
            <a:avLst/>
          </a:prstGeom>
          <a:noFill/>
        </p:spPr>
        <p:txBody>
          <a:bodyPr wrap="square" anchor="t" lIns="0" rIns="0">
            <a:spAutoFit/>
          </a:bodyPr>
          <a:lstStyle/>
          <a:p>
            <a:pPr algn="l">
              <a:spcAft>
                <a:spcPts val="600"/>
              </a:spcAft>
            </a:pPr>
            <a:r>
              <a:rPr sz="1400" b="1" i="0">
                <a:solidFill>
                  <a:srgbClr val="B9D6DC"/>
                </a:solidFill>
                <a:latin typeface="Calibri"/>
              </a:rPr>
              <a:t>NEXT</a:t>
            </a:r>
          </a:p>
        </p:txBody>
      </p:sp>
      <p:sp>
        <p:nvSpPr>
          <p:cNvPr id="3" name="TextBox 2"/>
          <p:cNvSpPr txBox="1"/>
          <p:nvPr/>
        </p:nvSpPr>
        <p:spPr>
          <a:xfrm>
            <a:off x="731520" y="1554480"/>
            <a:ext cx="10515600" cy="1097280"/>
          </a:xfrm>
          <a:prstGeom prst="rect">
            <a:avLst/>
          </a:prstGeom>
          <a:noFill/>
        </p:spPr>
        <p:txBody>
          <a:bodyPr wrap="square" anchor="t" lIns="0" rIns="0">
            <a:spAutoFit/>
          </a:bodyPr>
          <a:lstStyle/>
          <a:p>
            <a:pPr algn="l">
              <a:spcAft>
                <a:spcPts val="600"/>
              </a:spcAft>
            </a:pPr>
            <a:r>
              <a:rPr sz="4000" b="1" i="0">
                <a:solidFill>
                  <a:srgbClr val="FFFFFF"/>
                </a:solidFill>
                <a:latin typeface="Calibri"/>
              </a:rPr>
              <a:t>The same envelope for the 2.4 m platform</a:t>
            </a:r>
          </a:p>
        </p:txBody>
      </p:sp>
      <p:sp>
        <p:nvSpPr>
          <p:cNvPr id="4" name="Rounded Rectangle 3"/>
          <p:cNvSpPr/>
          <p:nvPr/>
        </p:nvSpPr>
        <p:spPr>
          <a:xfrm>
            <a:off x="6675120" y="2697480"/>
            <a:ext cx="5029200" cy="3291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an_platform.png"/>
          <p:cNvPicPr>
            <a:picLocks noChangeAspect="1"/>
          </p:cNvPicPr>
          <p:nvPr/>
        </p:nvPicPr>
        <p:blipFill>
          <a:blip r:embed="rId3"/>
          <a:stretch>
            <a:fillRect/>
          </a:stretch>
        </p:blipFill>
        <p:spPr>
          <a:xfrm>
            <a:off x="6812280" y="3303112"/>
            <a:ext cx="4754880" cy="2080574"/>
          </a:xfrm>
          <a:prstGeom prst="rect">
            <a:avLst/>
          </a:prstGeom>
        </p:spPr>
      </p:pic>
      <p:sp>
        <p:nvSpPr>
          <p:cNvPr id="6" name="TextBox 5"/>
          <p:cNvSpPr txBox="1"/>
          <p:nvPr/>
        </p:nvSpPr>
        <p:spPr>
          <a:xfrm>
            <a:off x="6675120" y="6080760"/>
            <a:ext cx="5029200" cy="365760"/>
          </a:xfrm>
          <a:prstGeom prst="rect">
            <a:avLst/>
          </a:prstGeom>
          <a:noFill/>
        </p:spPr>
        <p:txBody>
          <a:bodyPr wrap="square" anchor="t" lIns="0" rIns="0">
            <a:spAutoFit/>
          </a:bodyPr>
          <a:lstStyle/>
          <a:p>
            <a:pPr algn="l">
              <a:spcAft>
                <a:spcPts val="600"/>
              </a:spcAft>
            </a:pPr>
            <a:r>
              <a:rPr sz="1200" b="0" i="0">
                <a:solidFill>
                  <a:srgbClr val="B9D6DC"/>
                </a:solidFill>
                <a:latin typeface="Calibri"/>
              </a:rPr>
              <a:t>The 2.4 m platform in the flume (mooring rev D), to scale</a:t>
            </a:r>
          </a:p>
        </p:txBody>
      </p:sp>
      <p:sp>
        <p:nvSpPr>
          <p:cNvPr id="7" name="TextBox 6"/>
          <p:cNvSpPr txBox="1"/>
          <p:nvPr/>
        </p:nvSpPr>
        <p:spPr>
          <a:xfrm>
            <a:off x="731520" y="2743200"/>
            <a:ext cx="5669280" cy="3291840"/>
          </a:xfrm>
          <a:prstGeom prst="rect">
            <a:avLst/>
          </a:prstGeom>
          <a:noFill/>
        </p:spPr>
        <p:txBody>
          <a:bodyPr wrap="square" anchor="t" lIns="0" rIns="0">
            <a:spAutoFit/>
          </a:bodyPr>
          <a:lstStyle/>
          <a:p>
            <a:pPr algn="l">
              <a:spcAft>
                <a:spcPts val="1200"/>
              </a:spcAft>
            </a:pPr>
            <a:r>
              <a:rPr sz="1700" b="1" i="0">
                <a:solidFill>
                  <a:srgbClr val="FFFFFF"/>
                </a:solidFill>
                <a:latin typeface="Calibri"/>
              </a:rPr>
              <a:t>Same method: </a:t>
            </a:r>
            <a:r>
              <a:rPr sz="1700" b="0" i="0">
                <a:solidFill>
                  <a:srgbClr val="B9D6DC"/>
                </a:solidFill>
                <a:latin typeface="Calibri"/>
              </a:rPr>
              <a:t>the Capytaine draft table is reused; the statics extend to four hubs and the deck.</a:t>
            </a:r>
          </a:p>
          <a:p>
            <a:pPr algn="l">
              <a:spcAft>
                <a:spcPts val="1200"/>
              </a:spcAft>
            </a:pPr>
            <a:r>
              <a:rPr sz="1700" b="1" i="0">
                <a:solidFill>
                  <a:srgbClr val="FFFFFF"/>
                </a:solidFill>
                <a:latin typeface="Calibri"/>
              </a:rPr>
              <a:t>New physics: </a:t>
            </a:r>
            <a:r>
              <a:rPr sz="1700" b="0" i="0">
                <a:solidFill>
                  <a:srgbClr val="B9D6DC"/>
                </a:solidFill>
                <a:latin typeface="Calibri"/>
              </a:rPr>
              <a:t>the deck sits at +0.90 m, above the pins, so a mass on it tips the hubs as they tilt, a term that is zero for the cluster.</a:t>
            </a:r>
          </a:p>
          <a:p>
            <a:pPr algn="l">
              <a:spcAft>
                <a:spcPts val="1200"/>
              </a:spcAft>
            </a:pPr>
            <a:r>
              <a:rPr sz="1700" b="1" i="0">
                <a:solidFill>
                  <a:srgbClr val="FFFFFF"/>
                </a:solidFill>
                <a:latin typeface="Calibri"/>
              </a:rPr>
              <a:t>Then: </a:t>
            </a:r>
            <a:r>
              <a:rPr sz="1700" b="0" i="0">
                <a:solidFill>
                  <a:srgbClr val="B9D6DC"/>
                </a:solidFill>
                <a:latin typeface="Calibri"/>
              </a:rPr>
              <a:t>a check in waves for the loads that matter, if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