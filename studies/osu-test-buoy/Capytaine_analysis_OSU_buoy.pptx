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C8B96"/>
                </a:solidFill>
                <a:latin typeface="Segoe UI"/>
              </a:rPr>
              <a:t>DIFFRACTION &amp; RADIATION ANALYSIS</a:t>
            </a:r>
          </a:p>
          <a:p>
            <a:pPr>
              <a:spcBef>
                <a:spcPts val="600"/>
              </a:spcBef>
            </a:pPr>
            <a:r>
              <a:rPr sz="4000" b="1">
                <a:solidFill>
                  <a:srgbClr val="25323A"/>
                </a:solidFill>
                <a:latin typeface="Segoe UI"/>
              </a:rPr>
              <a:t>How we compute the buoy's
hydrodynamics in Capytaine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257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"/>
              </a:rPr>
              <a:t>OSU Test Buoy  ·  potential-flow BEM  →  time-domain FloatSim (Cummins)</a:t>
            </a:r>
          </a:p>
          <a:p>
            <a:r>
              <a:rPr sz="1400">
                <a:solidFill>
                  <a:srgbClr val="EEF6F7"/>
                </a:solidFill>
                <a:latin typeface="Segoe UI"/>
              </a:rPr>
              <a:t>Two sub-problems (radiation + diffraction), their outputs, and how they drive the simulation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What Capytaine computes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Boundary-element (panel) solver for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linear potential-flow hydrodynamics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In: the wetted hull as a mesh of panels.  Out: the flow (velocity potential φ) around it in regular waves at each frequency ω.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“Potential flow” =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inviscid, irrotational, small (linear)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waves &amp; motions — the one assumption that sets both the outputs and the limits.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Key idea —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superposition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: the wave-body problem splits into two sub-problems, solved separately and added: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Radiation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the body wavemaking in still water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Diffraction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the body held fixed under incoming waves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The two sub-problems — and how they combine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pytaine_expl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691640"/>
            <a:ext cx="784898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SUB-PROBLEM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Radiation — “body as a wavemaker”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Turn incident waves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off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Force the body to oscillate in still water — one DOF at a time, at each ω.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It radiates its own waves; the reaction force has two pieces: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Added mass A(ω)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in phase with acceleration (virtual mass of entrained water).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Radiation damping B(ω)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in phase with velocity (energy carried off as radiated waves).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6×6 matrices per ω — captures cross-DOF coupling (e.g. heave → pitch).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→ This run produces the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A(ω) and B(ω)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curves.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SUB-PROBLEM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Diffraction — “body as an obstacle”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Hold the body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fixed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Let incident waves scatter off it.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Net wave-pressure force on the fixed hull =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excitation force F_exc(ω, β)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 (β = wave heading):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Froude–Krylov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force from the undisturbed incident-wave pressure.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Diffraction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correction because the body scatters the waves.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→ This run produces the wave forcing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F_exc(ω)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that drives the motion.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Plus the hydrostatic stiffness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C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(buoyancy / waterplane) from the geometry.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From frequency domain to time-domain simulation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A(ω), B(ω) can’t go straight into a time-stepper — a transient contains all frequencies at once. Bridge = the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Cummins equation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: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514600"/>
            <a:ext cx="10607040" cy="105156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332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25323A"/>
                </a:solidFill>
                <a:latin typeface="Cambria Math"/>
              </a:rPr>
              <a:t>(M + A∞) ẍ  +  ∫₀ᵗ K(t−τ) ẋ(τ) dτ  +  C x  =  F_exc(t)  +  F_drag(ẋ)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49039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A∞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= infinite-frequency added mass.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K(t) = (2/π)∫ B(ω) cos(ωt) dω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— the retardation kernel = </a:t>
            </a:r>
            <a:r>
              <a:rPr sz="1800" b="0" i="1">
                <a:solidFill>
                  <a:srgbClr val="25323A"/>
                </a:solidFill>
                <a:latin typeface="Segoe UI"/>
              </a:rPr>
              <a:t>fluid memory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of previously radiated waves.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Mapping: 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Radiation → A∞ + K(t)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  ·  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Diffraction → F_exc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  ·  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Hydrostatics → C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 FloatSim integrates this in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Limits — and why the heave plate needs the tank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Potential flow is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inviscid and linear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Two consequences for us: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D1543A"/>
                </a:solidFill>
                <a:latin typeface="Segoe UI"/>
              </a:rPr>
              <a:t>No viscous drag in the BEM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→ all quadratic / viscous damping is added separately as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Morison drag F_drag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not from Capytaine.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D1543A"/>
                </a:solidFill>
                <a:latin typeface="Segoe UI"/>
              </a:rPr>
              <a:t>Panels treat every surface as solid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→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over-predicts added mass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for the open/perforated heave-plate frame (it blocks flow the real perforations pass).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Practical split for the OSU buoy: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Spar (6″ pipe)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a clean cylinder → the BEM is reliable.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Heave-plate / ballast frame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A and B are BEM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stand-ins until the tank test measures them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WHAT TO EXPECT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Pre-test heave decay prediction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SU_heave_decay_pre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691640"/>
            <a:ext cx="10058400" cy="39232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06440"/>
            <a:ext cx="10607040" cy="74980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852160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A5560"/>
                </a:solidFill>
                <a:latin typeface="Segoe UI"/>
              </a:rPr>
              <a:t>Period is predictable → T ≈ 2.3–2.4 s</a:t>
            </a:r>
            <a:r>
              <a:rPr sz="1400" b="0">
                <a:solidFill>
                  <a:srgbClr val="25323A"/>
                </a:solidFill>
                <a:latin typeface="Segoe UI"/>
              </a:rPr>
              <a:t>   (M, C₃₃ known; only plate added mass uncertain).   </a:t>
            </a:r>
            <a:r>
              <a:rPr sz="1400" b="1">
                <a:solidFill>
                  <a:srgbClr val="D1543A"/>
                </a:solidFill>
                <a:latin typeface="Segoe UI"/>
              </a:rPr>
              <a:t>Damping is the measurement</a:t>
            </a:r>
            <a:r>
              <a:rPr sz="1400" b="0">
                <a:solidFill>
                  <a:srgbClr val="25323A"/>
                </a:solidFill>
                <a:latin typeface="Segoe UI"/>
              </a:rPr>
              <a:t>  → ζ₁ ≈ 8–15% at 100 mm.  Test pins: period→added mass, decay→drag Cd.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